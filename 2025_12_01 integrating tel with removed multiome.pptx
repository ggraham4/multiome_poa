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7"/>
    <p:restoredTop sz="94658"/>
  </p:normalViewPr>
  <p:slideViewPr>
    <p:cSldViewPr snapToGrid="0">
      <p:cViewPr varScale="1">
        <p:scale>
          <a:sx n="59" d="100"/>
          <a:sy n="59" d="100"/>
        </p:scale>
        <p:origin x="200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2DD4-54CF-0E84-8996-2EA5231A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FB618-7BA6-65C9-18B8-B1AC7CD16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18339-8587-A3C8-D828-A93B1A96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2A4B4-8622-1279-B8C0-696ABD1C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9975D-4E64-2B42-F92B-2BF6B7C0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4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8009-53AB-9E00-390B-3AC791E9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DD1DF-6A6B-AC7C-5E5C-E9D4C7FBD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CCCBE-8B1D-562A-F97D-F9EB4472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D2E6-0424-4F35-8ADA-23DED42D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4CFB-5121-4D89-CEB6-651524B9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8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D6A8-47CC-3035-3E3E-0E44136DA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F2243-8D03-EA8E-F39E-9756FE738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0C289-D426-6DE0-8869-191040F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967C1-A7E9-E89A-BBAC-037D6CC2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A5F9-AB0A-D651-0590-71BC5A56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0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64A1-0EEE-4F81-D9DC-97E6E959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1500-0A83-30AB-CC6C-C632322D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54B3B-E803-503D-EB23-80AB7172C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46673-9785-CE97-B741-9D515114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7A375-7B4A-069E-DB71-8FB88C93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3D5B9-A25E-53EF-FE57-4C0A383F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29F3-FFC5-76E8-D2BD-F3B98D3B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EAF88-000A-DE05-4063-E3EA6D24D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0F4D1-DBC6-5BD9-2183-DAC60795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979BC-A465-C312-1A90-B267F0008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361C3-2F38-6B4E-5776-E6C63C6A5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2325A-C92E-7A3F-3F76-5F827D50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10E7C-2AD1-0449-B396-753BB77D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5F789-E996-DC16-FCE1-7DF26D9A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0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3917-9BE3-C1F1-EF04-75894975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1213A-FF6C-A9B3-5346-2049C620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71FD5-5155-C66F-D73D-359CE65F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523DC-39F5-6908-75B3-54E44843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0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8FBB7-42FF-A481-1CFC-444D4DFF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850E0-4107-0B3D-79FD-28EF607C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330D5-DEA9-4BD8-DE38-C94C1A80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7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58B7-9ABA-4D42-4BA1-DDB55172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6384-081A-4C87-6BFC-B20FA0FC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168D4-F042-8BFB-DFD4-8413E829A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DA0DE-1ACB-CE9A-CAF6-BC04F6F4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4B2C2-0B55-EEEF-27AD-E6194286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5432-C46A-1214-D0A4-6B680399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5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EDBB-B61E-92E4-43A4-FDBDE108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A0DBA-7CDA-5011-237A-DBD9FBEC9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79648-4123-1FAF-FC3A-D066C3B10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E6FEA-7ECD-0426-2EF5-22F29BB2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117C-7530-054D-8105-CAB15B50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8B866-DAFA-C5AD-09A5-F093904A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1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7951-BCAB-7F5C-E93A-56D03E5C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E2E1D-1BD2-A293-F1DF-4577765F9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79E64-D7E3-6F07-975B-9392EDA3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E9B17-1CB3-401E-B75D-B3B2068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F56E0-0CBC-EAB7-44C3-5824E32D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3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68B45-67E0-5648-5D49-314A651B9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C66AF-334C-B3A5-5C7C-5E4E9A61F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8A90-C58C-AF4C-2A47-AF177364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0A6E-52CA-4B5E-ACD1-A388F54A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1C97-5F9D-CCCE-CA7E-63F4E471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8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11039-6839-9A93-9DFD-73905F04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177C1-9CB2-0EE8-DDFD-F4D3DBADC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2A9A7-E995-E691-5F2D-9776CC403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46FD6-A763-BD43-8081-89B8056FB18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CEDDC-C550-C4B9-591C-8239BFFC8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F33CB-1C73-971B-547E-7C29C3436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D9FCD-1514-3E47-B38B-9CE94376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5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numbers and colors&#10;&#10;AI-generated content may be incorrect.">
            <a:extLst>
              <a:ext uri="{FF2B5EF4-FFF2-40B4-BE49-F238E27FC236}">
                <a16:creationId xmlns:a16="http://schemas.microsoft.com/office/drawing/2014/main" id="{FF827461-CC6E-ADDA-D6A1-A79F8308C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5563"/>
            <a:ext cx="7772400" cy="48747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131EEBC-AD68-69EA-C1FF-BC5EBA19B7DC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Old </a:t>
            </a:r>
            <a:r>
              <a:rPr lang="en-US" dirty="0" err="1"/>
              <a:t>multiome</a:t>
            </a:r>
            <a:r>
              <a:rPr lang="en-US" dirty="0"/>
              <a:t> object</a:t>
            </a:r>
          </a:p>
        </p:txBody>
      </p:sp>
    </p:spTree>
    <p:extLst>
      <p:ext uri="{BB962C8B-B14F-4D97-AF65-F5344CB8AC3E}">
        <p14:creationId xmlns:p14="http://schemas.microsoft.com/office/powerpoint/2010/main" val="56083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4DDC-AD3D-D238-E4ED-D30EDAEB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</a:t>
            </a:r>
            <a:r>
              <a:rPr lang="en-US" dirty="0" err="1"/>
              <a:t>tel</a:t>
            </a:r>
            <a:r>
              <a:rPr lang="en-US" dirty="0"/>
              <a:t> object (child)</a:t>
            </a:r>
          </a:p>
        </p:txBody>
      </p:sp>
      <p:pic>
        <p:nvPicPr>
          <p:cNvPr id="5" name="Content Placeholder 4" descr="A diagram of numbers and dots&#10;&#10;AI-generated content may be incorrect.">
            <a:extLst>
              <a:ext uri="{FF2B5EF4-FFF2-40B4-BE49-F238E27FC236}">
                <a16:creationId xmlns:a16="http://schemas.microsoft.com/office/drawing/2014/main" id="{CA1097F6-6C3B-EE5A-51AD-8AC005822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226" y="1825625"/>
            <a:ext cx="7049547" cy="4351338"/>
          </a:xfrm>
        </p:spPr>
      </p:pic>
    </p:spTree>
    <p:extLst>
      <p:ext uri="{BB962C8B-B14F-4D97-AF65-F5344CB8AC3E}">
        <p14:creationId xmlns:p14="http://schemas.microsoft.com/office/powerpoint/2010/main" val="201486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1152-149A-1A5E-F35F-AC3C9635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</a:t>
            </a:r>
            <a:r>
              <a:rPr lang="en-US" dirty="0" err="1"/>
              <a:t>tel</a:t>
            </a:r>
            <a:r>
              <a:rPr lang="en-US" dirty="0"/>
              <a:t> object (parent)</a:t>
            </a:r>
          </a:p>
        </p:txBody>
      </p:sp>
      <p:pic>
        <p:nvPicPr>
          <p:cNvPr id="5" name="Content Placeholder 4" descr="A diagram of a cluster of colored spots&#10;&#10;AI-generated content may be incorrect.">
            <a:extLst>
              <a:ext uri="{FF2B5EF4-FFF2-40B4-BE49-F238E27FC236}">
                <a16:creationId xmlns:a16="http://schemas.microsoft.com/office/drawing/2014/main" id="{57A610A5-9595-4E8A-6EC3-F2D517EA4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3980" y="1825625"/>
            <a:ext cx="6964040" cy="4351338"/>
          </a:xfrm>
        </p:spPr>
      </p:pic>
    </p:spTree>
    <p:extLst>
      <p:ext uri="{BB962C8B-B14F-4D97-AF65-F5344CB8AC3E}">
        <p14:creationId xmlns:p14="http://schemas.microsoft.com/office/powerpoint/2010/main" val="384989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430-F002-9E74-0D43-8A73F6F2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– default clustering</a:t>
            </a:r>
          </a:p>
        </p:txBody>
      </p:sp>
      <p:pic>
        <p:nvPicPr>
          <p:cNvPr id="5" name="Content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FCE0CD1E-8B1D-420A-313A-1D7F109CA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975" y="1825625"/>
            <a:ext cx="7078049" cy="4351338"/>
          </a:xfrm>
        </p:spPr>
      </p:pic>
    </p:spTree>
    <p:extLst>
      <p:ext uri="{BB962C8B-B14F-4D97-AF65-F5344CB8AC3E}">
        <p14:creationId xmlns:p14="http://schemas.microsoft.com/office/powerpoint/2010/main" val="260652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369D-324C-BBF8-7372-19EDF529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source</a:t>
            </a:r>
          </a:p>
        </p:txBody>
      </p:sp>
      <p:pic>
        <p:nvPicPr>
          <p:cNvPr id="5" name="Content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BF170626-0785-C8AC-6072-6BF44DFB5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9425" y="1825625"/>
            <a:ext cx="7053149" cy="4351338"/>
          </a:xfrm>
        </p:spPr>
      </p:pic>
    </p:spTree>
    <p:extLst>
      <p:ext uri="{BB962C8B-B14F-4D97-AF65-F5344CB8AC3E}">
        <p14:creationId xmlns:p14="http://schemas.microsoft.com/office/powerpoint/2010/main" val="225374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4A15-2351-AE3C-3F2A-CDFB305C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</a:t>
            </a:r>
            <a:r>
              <a:rPr lang="en-US" dirty="0" err="1"/>
              <a:t>multiome</a:t>
            </a:r>
            <a:r>
              <a:rPr lang="en-US" dirty="0"/>
              <a:t> labels projected onto integrated object</a:t>
            </a:r>
          </a:p>
        </p:txBody>
      </p:sp>
      <p:pic>
        <p:nvPicPr>
          <p:cNvPr id="5" name="Content Placeholder 4" descr="A colorful map of different colors&#10;&#10;AI-generated content may be incorrect.">
            <a:extLst>
              <a:ext uri="{FF2B5EF4-FFF2-40B4-BE49-F238E27FC236}">
                <a16:creationId xmlns:a16="http://schemas.microsoft.com/office/drawing/2014/main" id="{37CCF3E8-D83D-DAC0-16B3-C7511B726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3042" y="1825625"/>
            <a:ext cx="6965916" cy="4351338"/>
          </a:xfrm>
        </p:spPr>
      </p:pic>
    </p:spTree>
    <p:extLst>
      <p:ext uri="{BB962C8B-B14F-4D97-AF65-F5344CB8AC3E}">
        <p14:creationId xmlns:p14="http://schemas.microsoft.com/office/powerpoint/2010/main" val="3828108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7433-33C5-79E3-660A-1382A63C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287"/>
            <a:ext cx="10515600" cy="1325563"/>
          </a:xfrm>
        </p:spPr>
        <p:txBody>
          <a:bodyPr/>
          <a:lstStyle/>
          <a:p>
            <a:r>
              <a:rPr lang="en-US" dirty="0"/>
              <a:t>Removed clusters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FB227-6521-B292-47B5-87D1ED534B27}"/>
              </a:ext>
            </a:extLst>
          </p:cNvPr>
          <p:cNvSpPr txBox="1"/>
          <p:nvPr/>
        </p:nvSpPr>
        <p:spPr>
          <a:xfrm>
            <a:off x="3048000" y="131740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 labeled these clusters in my thesis, I believe per our emails using CV, these are all the ones we removed</a:t>
            </a:r>
          </a:p>
          <a:p>
            <a:endParaRPr lang="en-US" dirty="0"/>
          </a:p>
          <a:p>
            <a:r>
              <a:rPr lang="en-US" dirty="0"/>
              <a:t>Removed = c(</a:t>
            </a:r>
          </a:p>
          <a:p>
            <a:r>
              <a:rPr lang="en-US" dirty="0"/>
              <a:t>  3,#GLUT_gal+/fat2+</a:t>
            </a:r>
          </a:p>
          <a:p>
            <a:r>
              <a:rPr lang="en-US" dirty="0"/>
              <a:t>  5, #</a:t>
            </a:r>
            <a:r>
              <a:rPr lang="en-US" dirty="0" err="1"/>
              <a:t>GABA_npy</a:t>
            </a:r>
            <a:r>
              <a:rPr lang="en-US" dirty="0"/>
              <a:t>+/ndst3+</a:t>
            </a:r>
          </a:p>
          <a:p>
            <a:r>
              <a:rPr lang="en-US" dirty="0"/>
              <a:t>  6, #</a:t>
            </a:r>
            <a:r>
              <a:rPr lang="en-US" dirty="0" err="1"/>
              <a:t>GLUT_Dm</a:t>
            </a:r>
            <a:endParaRPr lang="en-US" dirty="0"/>
          </a:p>
          <a:p>
            <a:r>
              <a:rPr lang="en-US" dirty="0"/>
              <a:t>  7,#GLUT_tac1+/kcnip4a+</a:t>
            </a:r>
          </a:p>
          <a:p>
            <a:r>
              <a:rPr lang="en-US" dirty="0"/>
              <a:t>  8, #GLUT_POA_3</a:t>
            </a:r>
          </a:p>
          <a:p>
            <a:r>
              <a:rPr lang="en-US" dirty="0"/>
              <a:t>  13, #</a:t>
            </a:r>
            <a:r>
              <a:rPr lang="en-US" dirty="0" err="1"/>
              <a:t>GLUT_cckb</a:t>
            </a:r>
            <a:r>
              <a:rPr lang="en-US" dirty="0"/>
              <a:t>+/rftn1a+</a:t>
            </a:r>
          </a:p>
          <a:p>
            <a:r>
              <a:rPr lang="en-US" dirty="0"/>
              <a:t>  15, </a:t>
            </a:r>
          </a:p>
          <a:p>
            <a:r>
              <a:rPr lang="en-US" dirty="0"/>
              <a:t>  17, #GLUT_POA_4</a:t>
            </a:r>
          </a:p>
          <a:p>
            <a:r>
              <a:rPr lang="en-US" dirty="0"/>
              <a:t>  29,#Pericyte</a:t>
            </a:r>
          </a:p>
          <a:p>
            <a:r>
              <a:rPr lang="en-US" dirty="0"/>
              <a:t>  30#GABA_th2+/cart2+</a:t>
            </a:r>
          </a:p>
          <a:p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034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77C2-B3E3-108B-02C9-71ED00B1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Labeling removed clusters</a:t>
            </a:r>
          </a:p>
        </p:txBody>
      </p:sp>
      <p:pic>
        <p:nvPicPr>
          <p:cNvPr id="5" name="Content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5F89307F-DE62-F50C-EB90-BEF932205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9425" y="1825625"/>
            <a:ext cx="7053149" cy="4351338"/>
          </a:xfrm>
        </p:spPr>
      </p:pic>
    </p:spTree>
    <p:extLst>
      <p:ext uri="{BB962C8B-B14F-4D97-AF65-F5344CB8AC3E}">
        <p14:creationId xmlns:p14="http://schemas.microsoft.com/office/powerpoint/2010/main" val="416570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3025-CC60-4999-1FF0-B3C6A5E0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 parent clusters projected on integrated object</a:t>
            </a:r>
          </a:p>
        </p:txBody>
      </p:sp>
      <p:pic>
        <p:nvPicPr>
          <p:cNvPr id="5" name="Content Placeholder 4" descr="A colorful map of different colors&#10;&#10;AI-generated content may be incorrect.">
            <a:extLst>
              <a:ext uri="{FF2B5EF4-FFF2-40B4-BE49-F238E27FC236}">
                <a16:creationId xmlns:a16="http://schemas.microsoft.com/office/drawing/2014/main" id="{CE73EBA6-ED71-00E0-D9FC-F443E201D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716" y="1825625"/>
            <a:ext cx="7044567" cy="4351338"/>
          </a:xfrm>
        </p:spPr>
      </p:pic>
    </p:spTree>
    <p:extLst>
      <p:ext uri="{BB962C8B-B14F-4D97-AF65-F5344CB8AC3E}">
        <p14:creationId xmlns:p14="http://schemas.microsoft.com/office/powerpoint/2010/main" val="30440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708F-9898-967F-55FE-61E0F1F8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 child clusters projected on integrated object</a:t>
            </a:r>
          </a:p>
        </p:txBody>
      </p:sp>
      <p:pic>
        <p:nvPicPr>
          <p:cNvPr id="5" name="Content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3CB7FB47-BEBC-7249-2D6E-A28D4E93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089" y="1825625"/>
            <a:ext cx="7193822" cy="4351338"/>
          </a:xfrm>
        </p:spPr>
      </p:pic>
    </p:spTree>
    <p:extLst>
      <p:ext uri="{BB962C8B-B14F-4D97-AF65-F5344CB8AC3E}">
        <p14:creationId xmlns:p14="http://schemas.microsoft.com/office/powerpoint/2010/main" val="1381063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</Words>
  <Application>Microsoft Macintosh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Old tel object (child)</vt:lpstr>
      <vt:lpstr>Old tel object (parent)</vt:lpstr>
      <vt:lpstr>Integrated – default clustering</vt:lpstr>
      <vt:lpstr>By source</vt:lpstr>
      <vt:lpstr>Old multiome labels projected onto integrated object</vt:lpstr>
      <vt:lpstr>Removed clusters</vt:lpstr>
      <vt:lpstr>Labeling removed clusters</vt:lpstr>
      <vt:lpstr>Tel parent clusters projected on integrated object</vt:lpstr>
      <vt:lpstr>Tel child clusters projected on integrated 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Gabe</dc:creator>
  <cp:lastModifiedBy>Graham, Gabe</cp:lastModifiedBy>
  <cp:revision>1</cp:revision>
  <dcterms:created xsi:type="dcterms:W3CDTF">2025-12-01T20:20:40Z</dcterms:created>
  <dcterms:modified xsi:type="dcterms:W3CDTF">2025-12-01T20:25:54Z</dcterms:modified>
</cp:coreProperties>
</file>
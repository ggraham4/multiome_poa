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710BCB2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7" r:id="rId2"/>
    <p:sldId id="258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84BC72-40D7-8E22-33F5-507B15B318F1}" name="Graham, Gabe" initials="GG" userId="S::ggraham4@illinois.edu::a1318580-2411-4eda-ba32-98af4cc495c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58"/>
  </p:normalViewPr>
  <p:slideViewPr>
    <p:cSldViewPr snapToGrid="0">
      <p:cViewPr>
        <p:scale>
          <a:sx n="162" d="100"/>
          <a:sy n="162" d="100"/>
        </p:scale>
        <p:origin x="208" y="-4776"/>
      </p:cViewPr>
      <p:guideLst>
        <p:guide orient="horz" pos="3168"/>
        <p:guide pos="244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omments/modernComment_102_710BCB2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0BE905-0B9A-5648-A66B-4D827845424F}" authorId="{3684BC72-40D7-8E22-33F5-507B15B318F1}" created="2025-02-19T20:56:26.2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96598304" sldId="258"/>
      <ac:grpSpMk id="478" creationId="{704214E7-DD2E-DBD3-F97B-60E2971FA138}"/>
    </ac:deMkLst>
    <p188:replyLst>
      <p188:reply id="{785BF022-52F3-C548-930F-E8421DD3D63C}" authorId="{3684BC72-40D7-8E22-33F5-507B15B318F1}" created="2025-02-19T20:56:40.465">
        <p188:txBody>
          <a:bodyPr/>
          <a:lstStyle/>
          <a:p>
            <a:r>
              <a:rPr lang="en-US"/>
              <a:t>Also make smaller so I can fit GO</a:t>
            </a:r>
          </a:p>
        </p188:txBody>
      </p188:reply>
    </p188:replyLst>
    <p188:txBody>
      <a:bodyPr/>
      <a:lstStyle/>
      <a:p>
        <a:r>
          <a:rPr lang="en-US"/>
          <a:t>Empty spaces in 15 and 30, also I forgot to git pull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9FC2A-402F-4208-BF28-6E9934B5FFF3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6EC2F-1C80-4054-A433-AA595BE1D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70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BA02E-03AD-F1EE-B8A2-2269F971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B8949-095F-329B-04D3-3D32F0DF5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D90FF-25B6-EE84-ED2F-8BEE52DC2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3695D-86D4-4B75-4AEB-B7C3F6C27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6EC2F-1C80-4054-A433-AA595BE1DD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49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4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1"/>
            </a:lvl1pPr>
            <a:lvl2pPr marL="388634" indent="0" algn="ctr">
              <a:buNone/>
              <a:defRPr sz="1700"/>
            </a:lvl2pPr>
            <a:lvl3pPr marL="777270" indent="0" algn="ctr">
              <a:buNone/>
              <a:defRPr sz="1530"/>
            </a:lvl3pPr>
            <a:lvl4pPr marL="1165904" indent="0" algn="ctr">
              <a:buNone/>
              <a:defRPr sz="1360"/>
            </a:lvl4pPr>
            <a:lvl5pPr marL="1554538" indent="0" algn="ctr">
              <a:buNone/>
              <a:defRPr sz="1360"/>
            </a:lvl5pPr>
            <a:lvl6pPr marL="1943173" indent="0" algn="ctr">
              <a:buNone/>
              <a:defRPr sz="1360"/>
            </a:lvl6pPr>
            <a:lvl7pPr marL="2331808" indent="0" algn="ctr">
              <a:buNone/>
              <a:defRPr sz="1360"/>
            </a:lvl7pPr>
            <a:lvl8pPr marL="2720442" indent="0" algn="ctr">
              <a:buNone/>
              <a:defRPr sz="1360"/>
            </a:lvl8pPr>
            <a:lvl9pPr marL="3109077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5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5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7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7" y="6731215"/>
            <a:ext cx="6703695" cy="2200274"/>
          </a:xfrm>
        </p:spPr>
        <p:txBody>
          <a:bodyPr/>
          <a:lstStyle>
            <a:lvl1pPr marL="0" indent="0">
              <a:buNone/>
              <a:defRPr sz="2041">
                <a:solidFill>
                  <a:schemeClr val="tx1">
                    <a:tint val="82000"/>
                  </a:schemeClr>
                </a:solidFill>
              </a:defRPr>
            </a:lvl1pPr>
            <a:lvl2pPr marL="388634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7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904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538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73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808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442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9077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72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5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5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8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7" y="535520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8" y="2465707"/>
            <a:ext cx="3288089" cy="1208404"/>
          </a:xfrm>
        </p:spPr>
        <p:txBody>
          <a:bodyPr anchor="b"/>
          <a:lstStyle>
            <a:lvl1pPr marL="0" indent="0">
              <a:buNone/>
              <a:defRPr sz="2041" b="1"/>
            </a:lvl1pPr>
            <a:lvl2pPr marL="388634" indent="0">
              <a:buNone/>
              <a:defRPr sz="1700" b="1"/>
            </a:lvl2pPr>
            <a:lvl3pPr marL="777270" indent="0">
              <a:buNone/>
              <a:defRPr sz="1530" b="1"/>
            </a:lvl3pPr>
            <a:lvl4pPr marL="1165904" indent="0">
              <a:buNone/>
              <a:defRPr sz="1360" b="1"/>
            </a:lvl4pPr>
            <a:lvl5pPr marL="1554538" indent="0">
              <a:buNone/>
              <a:defRPr sz="1360" b="1"/>
            </a:lvl5pPr>
            <a:lvl6pPr marL="1943173" indent="0">
              <a:buNone/>
              <a:defRPr sz="1360" b="1"/>
            </a:lvl6pPr>
            <a:lvl7pPr marL="2331808" indent="0">
              <a:buNone/>
              <a:defRPr sz="1360" b="1"/>
            </a:lvl7pPr>
            <a:lvl8pPr marL="2720442" indent="0">
              <a:buNone/>
              <a:defRPr sz="1360" b="1"/>
            </a:lvl8pPr>
            <a:lvl9pPr marL="3109077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8" y="3674111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7"/>
            <a:ext cx="3304282" cy="1208404"/>
          </a:xfrm>
        </p:spPr>
        <p:txBody>
          <a:bodyPr anchor="b"/>
          <a:lstStyle>
            <a:lvl1pPr marL="0" indent="0">
              <a:buNone/>
              <a:defRPr sz="2041" b="1"/>
            </a:lvl1pPr>
            <a:lvl2pPr marL="388634" indent="0">
              <a:buNone/>
              <a:defRPr sz="1700" b="1"/>
            </a:lvl2pPr>
            <a:lvl3pPr marL="777270" indent="0">
              <a:buNone/>
              <a:defRPr sz="1530" b="1"/>
            </a:lvl3pPr>
            <a:lvl4pPr marL="1165904" indent="0">
              <a:buNone/>
              <a:defRPr sz="1360" b="1"/>
            </a:lvl4pPr>
            <a:lvl5pPr marL="1554538" indent="0">
              <a:buNone/>
              <a:defRPr sz="1360" b="1"/>
            </a:lvl5pPr>
            <a:lvl6pPr marL="1943173" indent="0">
              <a:buNone/>
              <a:defRPr sz="1360" b="1"/>
            </a:lvl6pPr>
            <a:lvl7pPr marL="2331808" indent="0">
              <a:buNone/>
              <a:defRPr sz="1360" b="1"/>
            </a:lvl7pPr>
            <a:lvl8pPr marL="2720442" indent="0">
              <a:buNone/>
              <a:defRPr sz="1360" b="1"/>
            </a:lvl8pPr>
            <a:lvl9pPr marL="3109077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1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1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85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0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7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8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1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7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34" indent="0">
              <a:buNone/>
              <a:defRPr sz="1189"/>
            </a:lvl2pPr>
            <a:lvl3pPr marL="777270" indent="0">
              <a:buNone/>
              <a:defRPr sz="1020"/>
            </a:lvl3pPr>
            <a:lvl4pPr marL="1165904" indent="0">
              <a:buNone/>
              <a:defRPr sz="850"/>
            </a:lvl4pPr>
            <a:lvl5pPr marL="1554538" indent="0">
              <a:buNone/>
              <a:defRPr sz="850"/>
            </a:lvl5pPr>
            <a:lvl6pPr marL="1943173" indent="0">
              <a:buNone/>
              <a:defRPr sz="850"/>
            </a:lvl6pPr>
            <a:lvl7pPr marL="2331808" indent="0">
              <a:buNone/>
              <a:defRPr sz="850"/>
            </a:lvl7pPr>
            <a:lvl8pPr marL="2720442" indent="0">
              <a:buNone/>
              <a:defRPr sz="850"/>
            </a:lvl8pPr>
            <a:lvl9pPr marL="3109077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4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7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8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34" indent="0">
              <a:buNone/>
              <a:defRPr sz="2380"/>
            </a:lvl2pPr>
            <a:lvl3pPr marL="777270" indent="0">
              <a:buNone/>
              <a:defRPr sz="2041"/>
            </a:lvl3pPr>
            <a:lvl4pPr marL="1165904" indent="0">
              <a:buNone/>
              <a:defRPr sz="1700"/>
            </a:lvl4pPr>
            <a:lvl5pPr marL="1554538" indent="0">
              <a:buNone/>
              <a:defRPr sz="1700"/>
            </a:lvl5pPr>
            <a:lvl6pPr marL="1943173" indent="0">
              <a:buNone/>
              <a:defRPr sz="1700"/>
            </a:lvl6pPr>
            <a:lvl7pPr marL="2331808" indent="0">
              <a:buNone/>
              <a:defRPr sz="1700"/>
            </a:lvl7pPr>
            <a:lvl8pPr marL="2720442" indent="0">
              <a:buNone/>
              <a:defRPr sz="1700"/>
            </a:lvl8pPr>
            <a:lvl9pPr marL="3109077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7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34" indent="0">
              <a:buNone/>
              <a:defRPr sz="1189"/>
            </a:lvl2pPr>
            <a:lvl3pPr marL="777270" indent="0">
              <a:buNone/>
              <a:defRPr sz="1020"/>
            </a:lvl3pPr>
            <a:lvl4pPr marL="1165904" indent="0">
              <a:buNone/>
              <a:defRPr sz="850"/>
            </a:lvl4pPr>
            <a:lvl5pPr marL="1554538" indent="0">
              <a:buNone/>
              <a:defRPr sz="850"/>
            </a:lvl5pPr>
            <a:lvl6pPr marL="1943173" indent="0">
              <a:buNone/>
              <a:defRPr sz="850"/>
            </a:lvl6pPr>
            <a:lvl7pPr marL="2331808" indent="0">
              <a:buNone/>
              <a:defRPr sz="850"/>
            </a:lvl7pPr>
            <a:lvl8pPr marL="2720442" indent="0">
              <a:buNone/>
              <a:defRPr sz="850"/>
            </a:lvl8pPr>
            <a:lvl9pPr marL="3109077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6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7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89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5" y="535520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5" y="2677585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51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3FF75-DA4A-4098-A13F-1BCC0396F579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10" y="9322651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51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76305-304E-4F34-BC4B-0F4568F1D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94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7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8" indent="-194318" algn="l" defTabSz="77727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52" indent="-194318" algn="l" defTabSz="77727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2pPr>
      <a:lvl3pPr marL="971586" indent="-194318" algn="l" defTabSz="77727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222" indent="-194318" algn="l" defTabSz="77727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856" indent="-194318" algn="l" defTabSz="77727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90" indent="-194318" algn="l" defTabSz="77727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125" indent="-194318" algn="l" defTabSz="77727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759" indent="-194318" algn="l" defTabSz="77727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394" indent="-194318" algn="l" defTabSz="77727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7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34" algn="l" defTabSz="77727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70" algn="l" defTabSz="77727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904" algn="l" defTabSz="77727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538" algn="l" defTabSz="77727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73" algn="l" defTabSz="77727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808" algn="l" defTabSz="77727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442" algn="l" defTabSz="77727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9077" algn="l" defTabSz="77727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tiff"/><Relationship Id="rId7" Type="http://schemas.openxmlformats.org/officeDocument/2006/relationships/image" Target="../media/image25.svg"/><Relationship Id="rId2" Type="http://schemas.microsoft.com/office/2018/10/relationships/comments" Target="../comments/modernComment_102_710BCB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tiff"/><Relationship Id="rId4" Type="http://schemas.openxmlformats.org/officeDocument/2006/relationships/image" Target="../media/image22.tiff"/><Relationship Id="rId9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3F57F-2464-5101-29EA-7853824E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9AAD705D-8FB7-F8D5-8E01-01E0077775B3}"/>
              </a:ext>
            </a:extLst>
          </p:cNvPr>
          <p:cNvGrpSpPr/>
          <p:nvPr/>
        </p:nvGrpSpPr>
        <p:grpSpPr>
          <a:xfrm>
            <a:off x="5579340" y="1374579"/>
            <a:ext cx="1947752" cy="1906421"/>
            <a:chOff x="6350179" y="1818958"/>
            <a:chExt cx="2291473" cy="2242848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23E8732A-57A4-76C9-9A80-746F4E6DD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0179" y="1818958"/>
              <a:ext cx="2291473" cy="2242848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C430EAE-6258-95E8-6531-D294511FF6EF}"/>
                </a:ext>
              </a:extLst>
            </p:cNvPr>
            <p:cNvGrpSpPr/>
            <p:nvPr/>
          </p:nvGrpSpPr>
          <p:grpSpPr>
            <a:xfrm>
              <a:off x="7444996" y="3261884"/>
              <a:ext cx="117763" cy="206769"/>
              <a:chOff x="4572000" y="2009553"/>
              <a:chExt cx="914400" cy="1605516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8F8D354-4177-D94D-21F4-8525E62F35C0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82" name="Chord 81">
                <a:extLst>
                  <a:ext uri="{FF2B5EF4-FFF2-40B4-BE49-F238E27FC236}">
                    <a16:creationId xmlns:a16="http://schemas.microsoft.com/office/drawing/2014/main" id="{62C311BE-B3D5-067B-5C46-B69FA314FF9C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83" name="Trapezoid 82">
                <a:extLst>
                  <a:ext uri="{FF2B5EF4-FFF2-40B4-BE49-F238E27FC236}">
                    <a16:creationId xmlns:a16="http://schemas.microsoft.com/office/drawing/2014/main" id="{4556EF8F-EE02-41E0-A06A-90FCA3391C6A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DBE4688-3145-80C2-31DF-FD3E852280CE}"/>
                </a:ext>
              </a:extLst>
            </p:cNvPr>
            <p:cNvGrpSpPr/>
            <p:nvPr/>
          </p:nvGrpSpPr>
          <p:grpSpPr>
            <a:xfrm>
              <a:off x="7568352" y="3385239"/>
              <a:ext cx="117763" cy="206769"/>
              <a:chOff x="4572000" y="2009553"/>
              <a:chExt cx="914400" cy="1605516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F4E9F3E-0BC6-C322-270E-6F9FB0C3772C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79" name="Chord 78">
                <a:extLst>
                  <a:ext uri="{FF2B5EF4-FFF2-40B4-BE49-F238E27FC236}">
                    <a16:creationId xmlns:a16="http://schemas.microsoft.com/office/drawing/2014/main" id="{5FDA50DA-273E-D9A8-E3BC-E7E88DC26A85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80" name="Trapezoid 79">
                <a:extLst>
                  <a:ext uri="{FF2B5EF4-FFF2-40B4-BE49-F238E27FC236}">
                    <a16:creationId xmlns:a16="http://schemas.microsoft.com/office/drawing/2014/main" id="{BEAB40F3-791F-37C7-8E95-85B6A4F506E1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21FC25-29C8-627A-3838-DCF006734D04}"/>
                </a:ext>
              </a:extLst>
            </p:cNvPr>
            <p:cNvGrpSpPr/>
            <p:nvPr/>
          </p:nvGrpSpPr>
          <p:grpSpPr>
            <a:xfrm>
              <a:off x="7691708" y="3508595"/>
              <a:ext cx="117763" cy="206769"/>
              <a:chOff x="4572000" y="2009553"/>
              <a:chExt cx="914400" cy="1605516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A3C3549-B895-CF84-758D-EF0CCE7B1CE9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76" name="Chord 75">
                <a:extLst>
                  <a:ext uri="{FF2B5EF4-FFF2-40B4-BE49-F238E27FC236}">
                    <a16:creationId xmlns:a16="http://schemas.microsoft.com/office/drawing/2014/main" id="{8337E4E3-E387-F899-AEF8-5A089F60EA5F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77" name="Trapezoid 76">
                <a:extLst>
                  <a:ext uri="{FF2B5EF4-FFF2-40B4-BE49-F238E27FC236}">
                    <a16:creationId xmlns:a16="http://schemas.microsoft.com/office/drawing/2014/main" id="{6ECBDF03-C014-DDC1-5CFD-3181308890DC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2DAF4B1-E957-1E85-8931-7F04703F92FB}"/>
                </a:ext>
              </a:extLst>
            </p:cNvPr>
            <p:cNvGrpSpPr/>
            <p:nvPr/>
          </p:nvGrpSpPr>
          <p:grpSpPr>
            <a:xfrm>
              <a:off x="7414871" y="3319962"/>
              <a:ext cx="117763" cy="206769"/>
              <a:chOff x="4572000" y="2009553"/>
              <a:chExt cx="914400" cy="1605516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3C643F46-92CC-CEDB-5872-2CF3ABD9FCEE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73" name="Chord 72">
                <a:extLst>
                  <a:ext uri="{FF2B5EF4-FFF2-40B4-BE49-F238E27FC236}">
                    <a16:creationId xmlns:a16="http://schemas.microsoft.com/office/drawing/2014/main" id="{A3EB0397-C377-E238-ABC2-48FE85EFEDE3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74" name="Trapezoid 73">
                <a:extLst>
                  <a:ext uri="{FF2B5EF4-FFF2-40B4-BE49-F238E27FC236}">
                    <a16:creationId xmlns:a16="http://schemas.microsoft.com/office/drawing/2014/main" id="{3C29442F-CF75-1EAE-7BE6-FF4702F3CE22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F438DA8-9C83-748D-F959-2219F249B389}"/>
                </a:ext>
              </a:extLst>
            </p:cNvPr>
            <p:cNvGrpSpPr/>
            <p:nvPr/>
          </p:nvGrpSpPr>
          <p:grpSpPr>
            <a:xfrm>
              <a:off x="7538227" y="3443318"/>
              <a:ext cx="117763" cy="206769"/>
              <a:chOff x="4572000" y="2009553"/>
              <a:chExt cx="914400" cy="1605516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8E466ED4-B237-399C-D658-C235EF100B9B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70" name="Chord 69">
                <a:extLst>
                  <a:ext uri="{FF2B5EF4-FFF2-40B4-BE49-F238E27FC236}">
                    <a16:creationId xmlns:a16="http://schemas.microsoft.com/office/drawing/2014/main" id="{A46B428B-5A8A-8389-56F9-5DEBC4C4DDBE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71" name="Trapezoid 70">
                <a:extLst>
                  <a:ext uri="{FF2B5EF4-FFF2-40B4-BE49-F238E27FC236}">
                    <a16:creationId xmlns:a16="http://schemas.microsoft.com/office/drawing/2014/main" id="{69426AAE-3F8F-CB02-46D8-299530C74231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B6CB838-BEC2-D008-A884-983617D38BD2}"/>
                </a:ext>
              </a:extLst>
            </p:cNvPr>
            <p:cNvGrpSpPr/>
            <p:nvPr/>
          </p:nvGrpSpPr>
          <p:grpSpPr>
            <a:xfrm>
              <a:off x="7661583" y="3566673"/>
              <a:ext cx="117763" cy="206769"/>
              <a:chOff x="4572000" y="2009553"/>
              <a:chExt cx="914400" cy="1605516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0DE8FCB-828B-A7D3-F723-E39A8647E715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67" name="Chord 66">
                <a:extLst>
                  <a:ext uri="{FF2B5EF4-FFF2-40B4-BE49-F238E27FC236}">
                    <a16:creationId xmlns:a16="http://schemas.microsoft.com/office/drawing/2014/main" id="{772D650B-2E29-695B-0AF6-C4A8115B127B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68" name="Trapezoid 67">
                <a:extLst>
                  <a:ext uri="{FF2B5EF4-FFF2-40B4-BE49-F238E27FC236}">
                    <a16:creationId xmlns:a16="http://schemas.microsoft.com/office/drawing/2014/main" id="{B7A654D7-BDBA-6461-6DF6-4CF7A54A4865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0EF1B2A-DD62-1D62-BCFE-54FE5DFF0DCC}"/>
                </a:ext>
              </a:extLst>
            </p:cNvPr>
            <p:cNvGrpSpPr/>
            <p:nvPr/>
          </p:nvGrpSpPr>
          <p:grpSpPr>
            <a:xfrm>
              <a:off x="7433862" y="3399636"/>
              <a:ext cx="117763" cy="206769"/>
              <a:chOff x="4572000" y="2009553"/>
              <a:chExt cx="914400" cy="1605516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3905444-F349-B059-8023-4BFFA405BE19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64" name="Chord 63">
                <a:extLst>
                  <a:ext uri="{FF2B5EF4-FFF2-40B4-BE49-F238E27FC236}">
                    <a16:creationId xmlns:a16="http://schemas.microsoft.com/office/drawing/2014/main" id="{29900DED-0679-3B2A-A810-2F474322A58F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65" name="Trapezoid 64">
                <a:extLst>
                  <a:ext uri="{FF2B5EF4-FFF2-40B4-BE49-F238E27FC236}">
                    <a16:creationId xmlns:a16="http://schemas.microsoft.com/office/drawing/2014/main" id="{1ED28719-00BD-6A82-D7BE-145FAD08031A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4C00BAD-C7EB-338F-4950-FFF12F0D763E}"/>
                </a:ext>
              </a:extLst>
            </p:cNvPr>
            <p:cNvGrpSpPr/>
            <p:nvPr/>
          </p:nvGrpSpPr>
          <p:grpSpPr>
            <a:xfrm>
              <a:off x="7557218" y="3522992"/>
              <a:ext cx="117763" cy="206769"/>
              <a:chOff x="4572000" y="2009553"/>
              <a:chExt cx="914400" cy="1605516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8CF3034-5E28-3EC5-F98D-3AC0CBA9041A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61" name="Chord 60">
                <a:extLst>
                  <a:ext uri="{FF2B5EF4-FFF2-40B4-BE49-F238E27FC236}">
                    <a16:creationId xmlns:a16="http://schemas.microsoft.com/office/drawing/2014/main" id="{F9E34843-AD33-74D2-6801-C27B6773E432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62" name="Trapezoid 61">
                <a:extLst>
                  <a:ext uri="{FF2B5EF4-FFF2-40B4-BE49-F238E27FC236}">
                    <a16:creationId xmlns:a16="http://schemas.microsoft.com/office/drawing/2014/main" id="{CB28BD32-FF0A-5151-E4F0-0E4B704DD775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2B75B3C-C4E6-19DC-29E4-01958CB71946}"/>
                </a:ext>
              </a:extLst>
            </p:cNvPr>
            <p:cNvGrpSpPr/>
            <p:nvPr/>
          </p:nvGrpSpPr>
          <p:grpSpPr>
            <a:xfrm>
              <a:off x="7360295" y="3406138"/>
              <a:ext cx="117763" cy="206769"/>
              <a:chOff x="4572000" y="2009553"/>
              <a:chExt cx="914400" cy="160551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BF1A01CF-ED66-8F71-F1BD-EF1D7EFC6EE7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58" name="Chord 57">
                <a:extLst>
                  <a:ext uri="{FF2B5EF4-FFF2-40B4-BE49-F238E27FC236}">
                    <a16:creationId xmlns:a16="http://schemas.microsoft.com/office/drawing/2014/main" id="{4D7D4BCC-F1FA-2C70-E2E3-19EF12E3A21F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59" name="Trapezoid 58">
                <a:extLst>
                  <a:ext uri="{FF2B5EF4-FFF2-40B4-BE49-F238E27FC236}">
                    <a16:creationId xmlns:a16="http://schemas.microsoft.com/office/drawing/2014/main" id="{CFD49AB5-17EE-B035-9EEE-9F12F40728E4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DA47539-7FAC-0DE0-F12B-EC552468C120}"/>
                </a:ext>
              </a:extLst>
            </p:cNvPr>
            <p:cNvGrpSpPr/>
            <p:nvPr/>
          </p:nvGrpSpPr>
          <p:grpSpPr>
            <a:xfrm>
              <a:off x="7680573" y="3646348"/>
              <a:ext cx="117763" cy="206769"/>
              <a:chOff x="4572000" y="2009553"/>
              <a:chExt cx="914400" cy="1605516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6044CD1-2B72-1CAB-42A7-93DCCE3E18B5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55" name="Chord 54">
                <a:extLst>
                  <a:ext uri="{FF2B5EF4-FFF2-40B4-BE49-F238E27FC236}">
                    <a16:creationId xmlns:a16="http://schemas.microsoft.com/office/drawing/2014/main" id="{CD2CB25A-4B94-6907-FB77-34E313EB1BCD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56" name="Trapezoid 55">
                <a:extLst>
                  <a:ext uri="{FF2B5EF4-FFF2-40B4-BE49-F238E27FC236}">
                    <a16:creationId xmlns:a16="http://schemas.microsoft.com/office/drawing/2014/main" id="{FDC22592-5041-7546-D75E-97FB3F8FBCB0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A905CA8-469C-5A44-DDB7-48B4DF49489A}"/>
                </a:ext>
              </a:extLst>
            </p:cNvPr>
            <p:cNvGrpSpPr/>
            <p:nvPr/>
          </p:nvGrpSpPr>
          <p:grpSpPr>
            <a:xfrm>
              <a:off x="7363776" y="3521369"/>
              <a:ext cx="117763" cy="206769"/>
              <a:chOff x="4572000" y="2009553"/>
              <a:chExt cx="914400" cy="1605516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8A2223F-4146-FB99-8317-F1AC38DB5E46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52" name="Chord 51">
                <a:extLst>
                  <a:ext uri="{FF2B5EF4-FFF2-40B4-BE49-F238E27FC236}">
                    <a16:creationId xmlns:a16="http://schemas.microsoft.com/office/drawing/2014/main" id="{39C29116-F0E3-1A36-07D6-EA7A74948450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53" name="Trapezoid 52">
                <a:extLst>
                  <a:ext uri="{FF2B5EF4-FFF2-40B4-BE49-F238E27FC236}">
                    <a16:creationId xmlns:a16="http://schemas.microsoft.com/office/drawing/2014/main" id="{B40D8944-F266-6127-2A32-B22D5B27DFA9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8D25288-23FA-36B4-C50C-640F269564D3}"/>
                </a:ext>
              </a:extLst>
            </p:cNvPr>
            <p:cNvGrpSpPr/>
            <p:nvPr/>
          </p:nvGrpSpPr>
          <p:grpSpPr>
            <a:xfrm>
              <a:off x="7483581" y="3589059"/>
              <a:ext cx="117763" cy="206769"/>
              <a:chOff x="4572000" y="2009553"/>
              <a:chExt cx="914400" cy="1605516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A707777-FDFC-5E7A-2225-63215A8E5F52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49" name="Chord 48">
                <a:extLst>
                  <a:ext uri="{FF2B5EF4-FFF2-40B4-BE49-F238E27FC236}">
                    <a16:creationId xmlns:a16="http://schemas.microsoft.com/office/drawing/2014/main" id="{03BD0E02-9523-4891-C5EA-E90622D3C0CE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50" name="Trapezoid 49">
                <a:extLst>
                  <a:ext uri="{FF2B5EF4-FFF2-40B4-BE49-F238E27FC236}">
                    <a16:creationId xmlns:a16="http://schemas.microsoft.com/office/drawing/2014/main" id="{F12F3069-AB21-6E1C-CEEB-BDE6B05EA8E5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FD0CF4F-CD6F-E4E7-8E07-4DAF9B0A5768}"/>
                </a:ext>
              </a:extLst>
            </p:cNvPr>
            <p:cNvGrpSpPr/>
            <p:nvPr/>
          </p:nvGrpSpPr>
          <p:grpSpPr>
            <a:xfrm>
              <a:off x="7546083" y="3673266"/>
              <a:ext cx="117763" cy="206769"/>
              <a:chOff x="4572000" y="2009553"/>
              <a:chExt cx="914400" cy="1605516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BC9EEC3-E230-80A8-E15C-556C8B9D644C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46" name="Chord 45">
                <a:extLst>
                  <a:ext uri="{FF2B5EF4-FFF2-40B4-BE49-F238E27FC236}">
                    <a16:creationId xmlns:a16="http://schemas.microsoft.com/office/drawing/2014/main" id="{70D2F313-E622-19D1-70D8-4E1A963D3EE8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47" name="Trapezoid 46">
                <a:extLst>
                  <a:ext uri="{FF2B5EF4-FFF2-40B4-BE49-F238E27FC236}">
                    <a16:creationId xmlns:a16="http://schemas.microsoft.com/office/drawing/2014/main" id="{06677350-411E-7F35-0FC3-9AD7D93F72CD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71232D8-270F-1A27-8502-638764DA46A3}"/>
                </a:ext>
              </a:extLst>
            </p:cNvPr>
            <p:cNvGrpSpPr/>
            <p:nvPr/>
          </p:nvGrpSpPr>
          <p:grpSpPr>
            <a:xfrm>
              <a:off x="7317808" y="3612772"/>
              <a:ext cx="117763" cy="206769"/>
              <a:chOff x="4572000" y="2009553"/>
              <a:chExt cx="914400" cy="160551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84B54F4-2D77-1ED3-1870-4C9846DC2A63}"/>
                  </a:ext>
                </a:extLst>
              </p:cNvPr>
              <p:cNvSpPr/>
              <p:nvPr/>
            </p:nvSpPr>
            <p:spPr>
              <a:xfrm>
                <a:off x="4572000" y="2009553"/>
                <a:ext cx="914400" cy="14194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43" name="Chord 42">
                <a:extLst>
                  <a:ext uri="{FF2B5EF4-FFF2-40B4-BE49-F238E27FC236}">
                    <a16:creationId xmlns:a16="http://schemas.microsoft.com/office/drawing/2014/main" id="{6F0CE269-E650-A86B-D069-803A048A5DEE}"/>
                  </a:ext>
                </a:extLst>
              </p:cNvPr>
              <p:cNvSpPr/>
              <p:nvPr/>
            </p:nvSpPr>
            <p:spPr>
              <a:xfrm rot="16467156">
                <a:off x="4724244" y="2766598"/>
                <a:ext cx="598208" cy="683213"/>
              </a:xfrm>
              <a:prstGeom prst="chord">
                <a:avLst>
                  <a:gd name="adj1" fmla="val 5643803"/>
                  <a:gd name="adj2" fmla="val 1556749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  <p:sp>
            <p:nvSpPr>
              <p:cNvPr id="44" name="Trapezoid 43">
                <a:extLst>
                  <a:ext uri="{FF2B5EF4-FFF2-40B4-BE49-F238E27FC236}">
                    <a16:creationId xmlns:a16="http://schemas.microsoft.com/office/drawing/2014/main" id="{50D0428F-F83A-C95D-1F09-E86F2F853167}"/>
                  </a:ext>
                </a:extLst>
              </p:cNvPr>
              <p:cNvSpPr/>
              <p:nvPr/>
            </p:nvSpPr>
            <p:spPr>
              <a:xfrm>
                <a:off x="4795283" y="3418367"/>
                <a:ext cx="457200" cy="196702"/>
              </a:xfrm>
              <a:prstGeom prst="trapezoid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0"/>
              </a:p>
            </p:txBody>
          </p:sp>
        </p:grpSp>
        <p:pic>
          <p:nvPicPr>
            <p:cNvPr id="92" name="Picture 2" descr="Clownfish - Free vector clipart images on creazilla.com">
              <a:extLst>
                <a:ext uri="{FF2B5EF4-FFF2-40B4-BE49-F238E27FC236}">
                  <a16:creationId xmlns:a16="http://schemas.microsoft.com/office/drawing/2014/main" id="{6F933B82-9D70-08BF-7444-1F6653B72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6396" y="2480344"/>
              <a:ext cx="1390914" cy="726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2" descr="Clownfish - Free vector clipart images on creazilla.com">
              <a:extLst>
                <a:ext uri="{FF2B5EF4-FFF2-40B4-BE49-F238E27FC236}">
                  <a16:creationId xmlns:a16="http://schemas.microsoft.com/office/drawing/2014/main" id="{21D78739-8A62-27FE-C8A9-A1F71A835E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7758" y="2809707"/>
              <a:ext cx="1155452" cy="594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56FB037-D4A2-4DFD-2B53-D69ED8899F5F}"/>
                </a:ext>
              </a:extLst>
            </p:cNvPr>
            <p:cNvSpPr txBox="1"/>
            <p:nvPr/>
          </p:nvSpPr>
          <p:spPr>
            <a:xfrm>
              <a:off x="7077758" y="2120476"/>
              <a:ext cx="1155451" cy="8472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80" dirty="0">
                  <a:latin typeface="Google Sans"/>
                </a:rPr>
                <a:t>♂</a:t>
              </a:r>
              <a:endParaRPr lang="en-US" sz="408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28B5C59-DE19-AF8F-0E66-170914408AB8}"/>
                </a:ext>
              </a:extLst>
            </p:cNvPr>
            <p:cNvSpPr txBox="1"/>
            <p:nvPr/>
          </p:nvSpPr>
          <p:spPr>
            <a:xfrm>
              <a:off x="6546395" y="2007610"/>
              <a:ext cx="1390914" cy="601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72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</p:grpSp>
      <p:pic>
        <p:nvPicPr>
          <p:cNvPr id="7" name="Picture 2" descr="Clownfish - Free vector clipart images on creazilla.com">
            <a:extLst>
              <a:ext uri="{FF2B5EF4-FFF2-40B4-BE49-F238E27FC236}">
                <a16:creationId xmlns:a16="http://schemas.microsoft.com/office/drawing/2014/main" id="{E97208DD-4E72-7C03-5D21-09411D0F0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037" y="492231"/>
            <a:ext cx="1052062" cy="54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lownfish - Free vector clipart images on creazilla.com">
            <a:extLst>
              <a:ext uri="{FF2B5EF4-FFF2-40B4-BE49-F238E27FC236}">
                <a16:creationId xmlns:a16="http://schemas.microsoft.com/office/drawing/2014/main" id="{D4DFD822-AAD1-D9E0-EE06-F325CCD49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5500" y="498140"/>
            <a:ext cx="967458" cy="50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AA416F-393F-C503-BCF7-70A3D6EA3B44}"/>
              </a:ext>
            </a:extLst>
          </p:cNvPr>
          <p:cNvSpPr txBox="1"/>
          <p:nvPr/>
        </p:nvSpPr>
        <p:spPr>
          <a:xfrm>
            <a:off x="1397893" y="-73400"/>
            <a:ext cx="397588" cy="72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80" dirty="0">
                <a:latin typeface="Google Sans"/>
              </a:rPr>
              <a:t>♂</a:t>
            </a:r>
            <a:endParaRPr lang="en-US" sz="40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2F4DE-A203-732C-0047-B0A0485E622E}"/>
              </a:ext>
            </a:extLst>
          </p:cNvPr>
          <p:cNvSpPr txBox="1"/>
          <p:nvPr/>
        </p:nvSpPr>
        <p:spPr>
          <a:xfrm>
            <a:off x="430435" y="-73399"/>
            <a:ext cx="397588" cy="72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80" dirty="0">
                <a:latin typeface="Google Sans"/>
              </a:rPr>
              <a:t>♂</a:t>
            </a:r>
            <a:endParaRPr lang="en-US" sz="4080" dirty="0"/>
          </a:p>
        </p:txBody>
      </p:sp>
      <p:sp>
        <p:nvSpPr>
          <p:cNvPr id="11" name="Right Arrow 12">
            <a:extLst>
              <a:ext uri="{FF2B5EF4-FFF2-40B4-BE49-F238E27FC236}">
                <a16:creationId xmlns:a16="http://schemas.microsoft.com/office/drawing/2014/main" id="{18370A45-3AB7-3AF4-AA75-27011B45F1C0}"/>
              </a:ext>
            </a:extLst>
          </p:cNvPr>
          <p:cNvSpPr/>
          <p:nvPr/>
        </p:nvSpPr>
        <p:spPr>
          <a:xfrm>
            <a:off x="2365352" y="492232"/>
            <a:ext cx="747487" cy="148757"/>
          </a:xfrm>
          <a:prstGeom prst="rightArrow">
            <a:avLst>
              <a:gd name="adj1" fmla="val 14423"/>
              <a:gd name="adj2" fmla="val 7552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pic>
        <p:nvPicPr>
          <p:cNvPr id="12" name="Picture 2" descr="Clownfish - Free vector clipart images on creazilla.com">
            <a:extLst>
              <a:ext uri="{FF2B5EF4-FFF2-40B4-BE49-F238E27FC236}">
                <a16:creationId xmlns:a16="http://schemas.microsoft.com/office/drawing/2014/main" id="{DFFE053C-3F83-B086-4EEE-9CF59CD6E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375" y="424194"/>
            <a:ext cx="1182277" cy="617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lownfish - Free vector clipart images on creazilla.com">
            <a:extLst>
              <a:ext uri="{FF2B5EF4-FFF2-40B4-BE49-F238E27FC236}">
                <a16:creationId xmlns:a16="http://schemas.microsoft.com/office/drawing/2014/main" id="{46CE3ECD-FA7E-FDAE-15F8-5C0CCD233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12838" y="498140"/>
            <a:ext cx="967458" cy="50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639CE1-D3EC-6036-C213-9A28AC17A9EA}"/>
              </a:ext>
            </a:extLst>
          </p:cNvPr>
          <p:cNvSpPr txBox="1"/>
          <p:nvPr/>
        </p:nvSpPr>
        <p:spPr>
          <a:xfrm>
            <a:off x="4607721" y="31242"/>
            <a:ext cx="397588" cy="51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2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3DB0C1-228B-2BA0-A729-18B7710EC19B}"/>
              </a:ext>
            </a:extLst>
          </p:cNvPr>
          <p:cNvSpPr txBox="1"/>
          <p:nvPr/>
        </p:nvSpPr>
        <p:spPr>
          <a:xfrm>
            <a:off x="3397773" y="-73399"/>
            <a:ext cx="397588" cy="72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80" dirty="0">
                <a:latin typeface="Google Sans"/>
              </a:rPr>
              <a:t>♂</a:t>
            </a:r>
            <a:endParaRPr lang="en-US" sz="408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B58932-4206-FE16-42DC-01B1A773DFBC}"/>
              </a:ext>
            </a:extLst>
          </p:cNvPr>
          <p:cNvSpPr txBox="1"/>
          <p:nvPr/>
        </p:nvSpPr>
        <p:spPr>
          <a:xfrm>
            <a:off x="11783" y="-8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a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0B81D5-4362-55B6-7288-6D891B5B3EC4}"/>
              </a:ext>
            </a:extLst>
          </p:cNvPr>
          <p:cNvSpPr txBox="1"/>
          <p:nvPr/>
        </p:nvSpPr>
        <p:spPr>
          <a:xfrm>
            <a:off x="2365352" y="162050"/>
            <a:ext cx="747487" cy="24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20" dirty="0">
                <a:latin typeface="Arial" panose="020B0604020202020204" pitchFamily="34" charset="0"/>
                <a:cs typeface="Arial" panose="020B0604020202020204" pitchFamily="34" charset="0"/>
              </a:rPr>
              <a:t>6 Months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933B0-01B9-73F1-5C40-4823B3E4D380}"/>
              </a:ext>
            </a:extLst>
          </p:cNvPr>
          <p:cNvSpPr txBox="1"/>
          <p:nvPr/>
        </p:nvSpPr>
        <p:spPr>
          <a:xfrm>
            <a:off x="3112839" y="1144566"/>
            <a:ext cx="2284814" cy="24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20" dirty="0">
                <a:latin typeface="Arial" panose="020B0604020202020204" pitchFamily="34" charset="0"/>
                <a:cs typeface="Arial" panose="020B0604020202020204" pitchFamily="34" charset="0"/>
              </a:rPr>
              <a:t>n = 10 pairs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6BC8C6B-2715-72F8-5A22-22A0ADC6F028}"/>
              </a:ext>
            </a:extLst>
          </p:cNvPr>
          <p:cNvGrpSpPr/>
          <p:nvPr/>
        </p:nvGrpSpPr>
        <p:grpSpPr>
          <a:xfrm>
            <a:off x="5657711" y="566611"/>
            <a:ext cx="990076" cy="475322"/>
            <a:chOff x="6685935" y="970403"/>
            <a:chExt cx="1164794" cy="879396"/>
          </a:xfrm>
        </p:grpSpPr>
        <p:sp>
          <p:nvSpPr>
            <p:cNvPr id="6" name="Right Arrow 12">
              <a:extLst>
                <a:ext uri="{FF2B5EF4-FFF2-40B4-BE49-F238E27FC236}">
                  <a16:creationId xmlns:a16="http://schemas.microsoft.com/office/drawing/2014/main" id="{04BE0BDF-CDCB-4DC5-9382-90C88CE210C9}"/>
                </a:ext>
              </a:extLst>
            </p:cNvPr>
            <p:cNvSpPr/>
            <p:nvPr/>
          </p:nvSpPr>
          <p:spPr>
            <a:xfrm rot="5400000">
              <a:off x="7323527" y="1322597"/>
              <a:ext cx="879396" cy="175008"/>
            </a:xfrm>
            <a:prstGeom prst="rightArrow">
              <a:avLst>
                <a:gd name="adj1" fmla="val 14423"/>
                <a:gd name="adj2" fmla="val 75529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4F5843E-A4D3-18A9-C8E5-C9BA62DD27E2}"/>
                </a:ext>
              </a:extLst>
            </p:cNvPr>
            <p:cNvCxnSpPr>
              <a:cxnSpLocks/>
            </p:cNvCxnSpPr>
            <p:nvPr/>
          </p:nvCxnSpPr>
          <p:spPr>
            <a:xfrm>
              <a:off x="6685935" y="984557"/>
              <a:ext cx="1077290" cy="0"/>
            </a:xfrm>
            <a:prstGeom prst="line">
              <a:avLst/>
            </a:prstGeom>
            <a:ln w="476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CB1356BA-383C-9916-0263-7973C7B19AD1}"/>
              </a:ext>
            </a:extLst>
          </p:cNvPr>
          <p:cNvSpPr txBox="1"/>
          <p:nvPr/>
        </p:nvSpPr>
        <p:spPr>
          <a:xfrm>
            <a:off x="5579340" y="1130375"/>
            <a:ext cx="1947752" cy="24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20" dirty="0">
                <a:latin typeface="Arial" panose="020B0604020202020204" pitchFamily="34" charset="0"/>
                <a:cs typeface="Arial" panose="020B0604020202020204" pitchFamily="34" charset="0"/>
              </a:rPr>
              <a:t>Parental Care Assay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43D56D5-EC0C-CF0F-DACB-8D94F7F3E406}"/>
              </a:ext>
            </a:extLst>
          </p:cNvPr>
          <p:cNvSpPr txBox="1"/>
          <p:nvPr/>
        </p:nvSpPr>
        <p:spPr>
          <a:xfrm>
            <a:off x="137828" y="1144566"/>
            <a:ext cx="2162273" cy="24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20" dirty="0">
                <a:latin typeface="Arial" panose="020B0604020202020204" pitchFamily="34" charset="0"/>
                <a:cs typeface="Arial" panose="020B0604020202020204" pitchFamily="34" charset="0"/>
              </a:rPr>
              <a:t>Pairing</a:t>
            </a:r>
          </a:p>
        </p:txBody>
      </p:sp>
      <p:sp>
        <p:nvSpPr>
          <p:cNvPr id="97" name="Right Arrow 12">
            <a:extLst>
              <a:ext uri="{FF2B5EF4-FFF2-40B4-BE49-F238E27FC236}">
                <a16:creationId xmlns:a16="http://schemas.microsoft.com/office/drawing/2014/main" id="{76219F1A-A9F6-BBF0-7CB0-799AFE70E479}"/>
              </a:ext>
            </a:extLst>
          </p:cNvPr>
          <p:cNvSpPr/>
          <p:nvPr/>
        </p:nvSpPr>
        <p:spPr>
          <a:xfrm rot="10800000">
            <a:off x="4870451" y="2288771"/>
            <a:ext cx="529059" cy="151586"/>
          </a:xfrm>
          <a:prstGeom prst="rightArrow">
            <a:avLst>
              <a:gd name="adj1" fmla="val 14423"/>
              <a:gd name="adj2" fmla="val 7552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pic>
        <p:nvPicPr>
          <p:cNvPr id="98" name="Picture 2" descr="Clownfish - Free vector clipart images on creazilla.com">
            <a:extLst>
              <a:ext uri="{FF2B5EF4-FFF2-40B4-BE49-F238E27FC236}">
                <a16:creationId xmlns:a16="http://schemas.microsoft.com/office/drawing/2014/main" id="{F0171017-2890-85D5-F87D-D5B5A01C9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040" y="1993269"/>
            <a:ext cx="1232481" cy="643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4" descr="Medicine syringe clipart free download">
            <a:extLst>
              <a:ext uri="{FF2B5EF4-FFF2-40B4-BE49-F238E27FC236}">
                <a16:creationId xmlns:a16="http://schemas.microsoft.com/office/drawing/2014/main" id="{131FFF00-1744-29AB-780D-74F62D4BCE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5"/>
          <a:stretch/>
        </p:blipFill>
        <p:spPr bwMode="auto">
          <a:xfrm rot="14619277">
            <a:off x="3921943" y="1442801"/>
            <a:ext cx="1190322" cy="92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43">
            <a:extLst>
              <a:ext uri="{FF2B5EF4-FFF2-40B4-BE49-F238E27FC236}">
                <a16:creationId xmlns:a16="http://schemas.microsoft.com/office/drawing/2014/main" id="{6BDC3B56-9D95-1B3C-E78E-0CE65A8EB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53"/>
          <a:stretch>
            <a:fillRect/>
          </a:stretch>
        </p:blipFill>
        <p:spPr bwMode="auto">
          <a:xfrm>
            <a:off x="2012332" y="2043406"/>
            <a:ext cx="845677" cy="636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3A3AA921-0244-A72E-0E9A-31B41DF1E34F}"/>
              </a:ext>
            </a:extLst>
          </p:cNvPr>
          <p:cNvSpPr txBox="1"/>
          <p:nvPr/>
        </p:nvSpPr>
        <p:spPr>
          <a:xfrm>
            <a:off x="3554040" y="2772673"/>
            <a:ext cx="1359270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20" dirty="0">
                <a:latin typeface="Arial" panose="020B0604020202020204" pitchFamily="34" charset="0"/>
                <a:cs typeface="Arial" panose="020B0604020202020204" pitchFamily="34" charset="0"/>
              </a:rPr>
              <a:t>Serum 11KT Analysis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F76C5C-7347-7086-AD3E-9C3C28200D87}"/>
              </a:ext>
            </a:extLst>
          </p:cNvPr>
          <p:cNvSpPr txBox="1"/>
          <p:nvPr/>
        </p:nvSpPr>
        <p:spPr>
          <a:xfrm>
            <a:off x="2042756" y="2820560"/>
            <a:ext cx="812288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20" dirty="0">
                <a:latin typeface="Arial" panose="020B0604020202020204" pitchFamily="34" charset="0"/>
                <a:cs typeface="Arial" panose="020B0604020202020204" pitchFamily="34" charset="0"/>
              </a:rPr>
              <a:t>Gonadal Histology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BE60B95-9393-FAB1-25A3-1EBFA5F36EF3}"/>
              </a:ext>
            </a:extLst>
          </p:cNvPr>
          <p:cNvGrpSpPr/>
          <p:nvPr/>
        </p:nvGrpSpPr>
        <p:grpSpPr>
          <a:xfrm>
            <a:off x="143455" y="1993270"/>
            <a:ext cx="1230305" cy="1221106"/>
            <a:chOff x="1231515" y="2326063"/>
            <a:chExt cx="1447417" cy="1436594"/>
          </a:xfrm>
        </p:grpSpPr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BA0BC22C-AE4A-B719-3503-056DC23A7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51617" y="2326063"/>
              <a:ext cx="1427315" cy="822613"/>
            </a:xfrm>
            <a:prstGeom prst="rect">
              <a:avLst/>
            </a:prstGeom>
          </p:spPr>
        </p:pic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D759AB2-75DA-ED1F-FBB7-3BC8B09B0287}"/>
                </a:ext>
              </a:extLst>
            </p:cNvPr>
            <p:cNvSpPr/>
            <p:nvPr/>
          </p:nvSpPr>
          <p:spPr>
            <a:xfrm>
              <a:off x="2162333" y="2713955"/>
              <a:ext cx="322368" cy="27136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CE896B2-9DC7-8B67-2025-B64B812DE446}"/>
                </a:ext>
              </a:extLst>
            </p:cNvPr>
            <p:cNvSpPr txBox="1"/>
            <p:nvPr/>
          </p:nvSpPr>
          <p:spPr>
            <a:xfrm>
              <a:off x="1231515" y="3284699"/>
              <a:ext cx="1429328" cy="477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20" dirty="0">
                  <a:latin typeface="Arial" panose="020B0604020202020204" pitchFamily="34" charset="0"/>
                  <a:cs typeface="Arial" panose="020B0604020202020204" pitchFamily="34" charset="0"/>
                </a:rPr>
                <a:t>Dissect out POA for </a:t>
              </a:r>
              <a:r>
                <a:rPr lang="en-US" sz="1020" dirty="0" err="1">
                  <a:latin typeface="Arial" panose="020B0604020202020204" pitchFamily="34" charset="0"/>
                  <a:cs typeface="Arial" panose="020B0604020202020204" pitchFamily="34" charset="0"/>
                </a:rPr>
                <a:t>snMultiome</a:t>
              </a:r>
              <a:endParaRPr lang="en-US" sz="102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7" name="Right Arrow 12">
            <a:extLst>
              <a:ext uri="{FF2B5EF4-FFF2-40B4-BE49-F238E27FC236}">
                <a16:creationId xmlns:a16="http://schemas.microsoft.com/office/drawing/2014/main" id="{0EBD257A-2450-AB6A-E89C-90D54E3B6630}"/>
              </a:ext>
            </a:extLst>
          </p:cNvPr>
          <p:cNvSpPr/>
          <p:nvPr/>
        </p:nvSpPr>
        <p:spPr>
          <a:xfrm rot="10800000">
            <a:off x="2926773" y="2286720"/>
            <a:ext cx="529059" cy="151586"/>
          </a:xfrm>
          <a:prstGeom prst="rightArrow">
            <a:avLst>
              <a:gd name="adj1" fmla="val 14423"/>
              <a:gd name="adj2" fmla="val 7552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08" name="Right Arrow 12">
            <a:extLst>
              <a:ext uri="{FF2B5EF4-FFF2-40B4-BE49-F238E27FC236}">
                <a16:creationId xmlns:a16="http://schemas.microsoft.com/office/drawing/2014/main" id="{F2F8BB72-38E5-32E5-751A-8BAE5035EC64}"/>
              </a:ext>
            </a:extLst>
          </p:cNvPr>
          <p:cNvSpPr/>
          <p:nvPr/>
        </p:nvSpPr>
        <p:spPr>
          <a:xfrm rot="10800000">
            <a:off x="1410603" y="2286720"/>
            <a:ext cx="529059" cy="151586"/>
          </a:xfrm>
          <a:prstGeom prst="rightArrow">
            <a:avLst>
              <a:gd name="adj1" fmla="val 14423"/>
              <a:gd name="adj2" fmla="val 7552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5C86766-CF8A-AED6-AF5C-97A8932EC868}"/>
              </a:ext>
            </a:extLst>
          </p:cNvPr>
          <p:cNvSpPr/>
          <p:nvPr/>
        </p:nvSpPr>
        <p:spPr>
          <a:xfrm>
            <a:off x="1939663" y="2031993"/>
            <a:ext cx="158726" cy="15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pic>
        <p:nvPicPr>
          <p:cNvPr id="4" name="Google Shape;143;p21" descr="A picture containing purple, plant, close&#10;&#10;Description automatically generated">
            <a:extLst>
              <a:ext uri="{FF2B5EF4-FFF2-40B4-BE49-F238E27FC236}">
                <a16:creationId xmlns:a16="http://schemas.microsoft.com/office/drawing/2014/main" id="{71D81EB8-96AD-3D9A-459E-BF3E87DE34B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8">
            <a:alphaModFix/>
          </a:blip>
          <a:srcRect l="-791" r="109"/>
          <a:stretch/>
        </p:blipFill>
        <p:spPr>
          <a:xfrm>
            <a:off x="285862" y="5821288"/>
            <a:ext cx="2268190" cy="168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46" descr="A picture containing purple&#10;&#10;Description automatically generated">
            <a:extLst>
              <a:ext uri="{FF2B5EF4-FFF2-40B4-BE49-F238E27FC236}">
                <a16:creationId xmlns:a16="http://schemas.microsoft.com/office/drawing/2014/main" id="{35358DF5-A718-7A5A-B7FD-EA416A38DD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83" r="772"/>
          <a:stretch/>
        </p:blipFill>
        <p:spPr bwMode="auto">
          <a:xfrm>
            <a:off x="2734072" y="5863213"/>
            <a:ext cx="2265312" cy="1686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C16D79C-A33C-2223-4B75-1BE3A78E5E14}"/>
              </a:ext>
            </a:extLst>
          </p:cNvPr>
          <p:cNvSpPr txBox="1"/>
          <p:nvPr/>
        </p:nvSpPr>
        <p:spPr>
          <a:xfrm>
            <a:off x="69776" y="5605264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e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69ED0A-F9DB-AF8B-48FF-C4AA7A3A7683}"/>
              </a:ext>
            </a:extLst>
          </p:cNvPr>
          <p:cNvSpPr txBox="1"/>
          <p:nvPr/>
        </p:nvSpPr>
        <p:spPr>
          <a:xfrm>
            <a:off x="2626060" y="5605264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f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110" name="Picture 109" descr="A close-up of a purple cell&#10;&#10;AI-generated content may be incorrect.">
            <a:extLst>
              <a:ext uri="{FF2B5EF4-FFF2-40B4-BE49-F238E27FC236}">
                <a16:creationId xmlns:a16="http://schemas.microsoft.com/office/drawing/2014/main" id="{3A849B34-6ABE-ECFC-1D48-9CBA0985AF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5238165" y="5929300"/>
            <a:ext cx="2248435" cy="16824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F904629-9ADF-7B14-2643-E36C64B53B71}"/>
              </a:ext>
            </a:extLst>
          </p:cNvPr>
          <p:cNvSpPr txBox="1"/>
          <p:nvPr/>
        </p:nvSpPr>
        <p:spPr>
          <a:xfrm>
            <a:off x="5039044" y="5605264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g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B62D91F-D356-BB0A-DF26-8974735310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8052" y="3409020"/>
            <a:ext cx="2286000" cy="2286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55AD800F-D69A-53A5-C86D-430AD60118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53044" y="3409020"/>
            <a:ext cx="2286000" cy="2286000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0D2C0D7C-C96F-F947-4FDA-55B14E666C10}"/>
              </a:ext>
            </a:extLst>
          </p:cNvPr>
          <p:cNvSpPr txBox="1"/>
          <p:nvPr/>
        </p:nvSpPr>
        <p:spPr>
          <a:xfrm>
            <a:off x="2626060" y="3192996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c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2CAD60C-8B2A-7E90-C39B-12960FBEF7E4}"/>
              </a:ext>
            </a:extLst>
          </p:cNvPr>
          <p:cNvSpPr txBox="1"/>
          <p:nvPr/>
        </p:nvSpPr>
        <p:spPr>
          <a:xfrm>
            <a:off x="33710" y="3192996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b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416B76A9-9CFE-FF71-70FA-E7485F049B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00600" y="3456384"/>
            <a:ext cx="2286000" cy="2286000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13B4A719-BCB2-3CF7-A9B0-5AD69D0C8A3E}"/>
              </a:ext>
            </a:extLst>
          </p:cNvPr>
          <p:cNvSpPr txBox="1"/>
          <p:nvPr/>
        </p:nvSpPr>
        <p:spPr>
          <a:xfrm>
            <a:off x="5074270" y="3192996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d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113" name="Graphic 112">
            <a:extLst>
              <a:ext uri="{FF2B5EF4-FFF2-40B4-BE49-F238E27FC236}">
                <a16:creationId xmlns:a16="http://schemas.microsoft.com/office/drawing/2014/main" id="{E43809F0-BF26-2459-8448-F0BFAB2AEAA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5800" y="7765504"/>
            <a:ext cx="2286000" cy="2286000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3C57F850-1547-8BF7-CB20-ECCB06018039}"/>
              </a:ext>
            </a:extLst>
          </p:cNvPr>
          <p:cNvSpPr txBox="1"/>
          <p:nvPr/>
        </p:nvSpPr>
        <p:spPr>
          <a:xfrm>
            <a:off x="33772" y="7503127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h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115" name="Graphic 114">
            <a:extLst>
              <a:ext uri="{FF2B5EF4-FFF2-40B4-BE49-F238E27FC236}">
                <a16:creationId xmlns:a16="http://schemas.microsoft.com/office/drawing/2014/main" id="{BF9F4792-245F-EEB0-D79E-BECA49AB4D6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13384" y="7752065"/>
            <a:ext cx="2286000" cy="2286000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D8CF9B51-CE97-1D8C-3EC3-4AA7BD779FF0}"/>
              </a:ext>
            </a:extLst>
          </p:cNvPr>
          <p:cNvSpPr txBox="1"/>
          <p:nvPr/>
        </p:nvSpPr>
        <p:spPr>
          <a:xfrm>
            <a:off x="2626122" y="7503127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i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122" name="Graphic 121">
            <a:extLst>
              <a:ext uri="{FF2B5EF4-FFF2-40B4-BE49-F238E27FC236}">
                <a16:creationId xmlns:a16="http://schemas.microsoft.com/office/drawing/2014/main" id="{6A8B530B-11C6-0242-55BA-B69A040A161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200600" y="7747756"/>
            <a:ext cx="2286000" cy="228600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E40823CD-5DD9-A955-771A-55CA7C7CCFD6}"/>
              </a:ext>
            </a:extLst>
          </p:cNvPr>
          <p:cNvSpPr txBox="1"/>
          <p:nvPr/>
        </p:nvSpPr>
        <p:spPr>
          <a:xfrm>
            <a:off x="5074332" y="7503127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j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39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B592F1-0AA8-BDE4-3DC1-1FBE0582101A}"/>
              </a:ext>
            </a:extLst>
          </p:cNvPr>
          <p:cNvSpPr txBox="1"/>
          <p:nvPr/>
        </p:nvSpPr>
        <p:spPr>
          <a:xfrm>
            <a:off x="2626060" y="24644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b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2B3F5-B974-1B75-0C47-2FF5A85F3D1D}"/>
              </a:ext>
            </a:extLst>
          </p:cNvPr>
          <p:cNvSpPr txBox="1"/>
          <p:nvPr/>
        </p:nvSpPr>
        <p:spPr>
          <a:xfrm>
            <a:off x="33772" y="24644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a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74444-1A27-28FC-905F-1F0576508501}"/>
              </a:ext>
            </a:extLst>
          </p:cNvPr>
          <p:cNvSpPr txBox="1"/>
          <p:nvPr/>
        </p:nvSpPr>
        <p:spPr>
          <a:xfrm>
            <a:off x="5074270" y="24644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c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A diagram of a map&#10;&#10;AI-generated content may be incorrect.">
            <a:extLst>
              <a:ext uri="{FF2B5EF4-FFF2-40B4-BE49-F238E27FC236}">
                <a16:creationId xmlns:a16="http://schemas.microsoft.com/office/drawing/2014/main" id="{DC1D96E0-F962-E0EF-6C90-F987969E8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14" y="204664"/>
            <a:ext cx="2286000" cy="2286000"/>
          </a:xfrm>
          <a:prstGeom prst="rect">
            <a:avLst/>
          </a:prstGeom>
        </p:spPr>
      </p:pic>
      <p:pic>
        <p:nvPicPr>
          <p:cNvPr id="8" name="Picture 7" descr="A diagram with numbers and dots&#10;&#10;AI-generated content may be incorrect.">
            <a:extLst>
              <a:ext uri="{FF2B5EF4-FFF2-40B4-BE49-F238E27FC236}">
                <a16:creationId xmlns:a16="http://schemas.microsoft.com/office/drawing/2014/main" id="{A8A9F539-7A64-C7A0-F692-CD3545B77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210" y="204664"/>
            <a:ext cx="2286000" cy="2286000"/>
          </a:xfrm>
          <a:prstGeom prst="rect">
            <a:avLst/>
          </a:prstGeom>
        </p:spPr>
      </p:pic>
      <p:pic>
        <p:nvPicPr>
          <p:cNvPr id="10" name="Picture 9" descr="A map with numbers and letters&#10;&#10;AI-generated content may be incorrect.">
            <a:extLst>
              <a:ext uri="{FF2B5EF4-FFF2-40B4-BE49-F238E27FC236}">
                <a16:creationId xmlns:a16="http://schemas.microsoft.com/office/drawing/2014/main" id="{0A42E66F-C3D9-3687-3796-19B743B762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612" y="204664"/>
            <a:ext cx="2286000" cy="2286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A49F8E-FAE3-DBE1-F601-87D595B75729}"/>
              </a:ext>
            </a:extLst>
          </p:cNvPr>
          <p:cNvSpPr txBox="1"/>
          <p:nvPr/>
        </p:nvSpPr>
        <p:spPr>
          <a:xfrm>
            <a:off x="33772" y="2246543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d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A47D037-5D25-3CF2-BE35-7E1C288086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8232" y="2491232"/>
            <a:ext cx="5486400" cy="4572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ECDD0F-33E5-AE3E-5912-4FA4BDF14760}"/>
              </a:ext>
            </a:extLst>
          </p:cNvPr>
          <p:cNvSpPr txBox="1"/>
          <p:nvPr/>
        </p:nvSpPr>
        <p:spPr>
          <a:xfrm>
            <a:off x="1405106" y="6253336"/>
            <a:ext cx="900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GABA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65FDAF-4560-6C99-BA1B-C31389BA111E}"/>
              </a:ext>
            </a:extLst>
          </p:cNvPr>
          <p:cNvSpPr txBox="1"/>
          <p:nvPr/>
        </p:nvSpPr>
        <p:spPr>
          <a:xfrm>
            <a:off x="1405105" y="6037384"/>
            <a:ext cx="900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Glutamate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2CD20D-CCD9-06F4-F095-3D3BF16B874E}"/>
              </a:ext>
            </a:extLst>
          </p:cNvPr>
          <p:cNvSpPr txBox="1"/>
          <p:nvPr/>
        </p:nvSpPr>
        <p:spPr>
          <a:xfrm>
            <a:off x="1297094" y="5867276"/>
            <a:ext cx="10081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Interneuron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97FC38-6079-6278-F5EC-C1F808979E23}"/>
              </a:ext>
            </a:extLst>
          </p:cNvPr>
          <p:cNvSpPr txBox="1"/>
          <p:nvPr/>
        </p:nvSpPr>
        <p:spPr>
          <a:xfrm>
            <a:off x="-2232" y="6083228"/>
            <a:ext cx="1332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Neuronal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5B1156-2E11-9BF7-5563-FEC76118D50E}"/>
              </a:ext>
            </a:extLst>
          </p:cNvPr>
          <p:cNvSpPr txBox="1"/>
          <p:nvPr/>
        </p:nvSpPr>
        <p:spPr>
          <a:xfrm>
            <a:off x="1414" y="5507228"/>
            <a:ext cx="28896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Glia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9E8A2B-9E30-AFD2-79B0-2C7B52FFF19F}"/>
              </a:ext>
            </a:extLst>
          </p:cNvPr>
          <p:cNvSpPr txBox="1"/>
          <p:nvPr/>
        </p:nvSpPr>
        <p:spPr>
          <a:xfrm>
            <a:off x="1297094" y="5726684"/>
            <a:ext cx="10081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Radial Glia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E5E9F0-A722-09B9-5EE8-D180D204A800}"/>
              </a:ext>
            </a:extLst>
          </p:cNvPr>
          <p:cNvSpPr txBox="1"/>
          <p:nvPr/>
        </p:nvSpPr>
        <p:spPr>
          <a:xfrm>
            <a:off x="1297094" y="5601716"/>
            <a:ext cx="10081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Ependymal Glia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D97EA8-7006-7B7D-46E1-D25BFBF60250}"/>
              </a:ext>
            </a:extLst>
          </p:cNvPr>
          <p:cNvSpPr txBox="1"/>
          <p:nvPr/>
        </p:nvSpPr>
        <p:spPr>
          <a:xfrm>
            <a:off x="1189082" y="5507228"/>
            <a:ext cx="11161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Oligodendrocyte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F655CF-3967-B921-408C-A25AD9595C06}"/>
              </a:ext>
            </a:extLst>
          </p:cNvPr>
          <p:cNvSpPr txBox="1"/>
          <p:nvPr/>
        </p:nvSpPr>
        <p:spPr>
          <a:xfrm>
            <a:off x="1405105" y="5425244"/>
            <a:ext cx="900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OPC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2F16CB-10DF-ADD3-E5D2-BBC2B85ED5B8}"/>
              </a:ext>
            </a:extLst>
          </p:cNvPr>
          <p:cNvSpPr txBox="1"/>
          <p:nvPr/>
        </p:nvSpPr>
        <p:spPr>
          <a:xfrm>
            <a:off x="1389267" y="5281808"/>
            <a:ext cx="9159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Immune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10B335-341B-5D0D-7B0A-F8CD3F9A803C}"/>
              </a:ext>
            </a:extLst>
          </p:cNvPr>
          <p:cNvSpPr txBox="1"/>
          <p:nvPr/>
        </p:nvSpPr>
        <p:spPr>
          <a:xfrm>
            <a:off x="1389267" y="5137212"/>
            <a:ext cx="9159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Acetylcholine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C1F2FC-06C7-51A7-87B2-59434EDE0336}"/>
              </a:ext>
            </a:extLst>
          </p:cNvPr>
          <p:cNvSpPr txBox="1"/>
          <p:nvPr/>
        </p:nvSpPr>
        <p:spPr>
          <a:xfrm>
            <a:off x="1223449" y="4957192"/>
            <a:ext cx="10817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Kisspeptin System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63BA1C-4426-7B4B-1A04-85B1C496ABEB}"/>
              </a:ext>
            </a:extLst>
          </p:cNvPr>
          <p:cNvSpPr txBox="1"/>
          <p:nvPr/>
        </p:nvSpPr>
        <p:spPr>
          <a:xfrm>
            <a:off x="1265009" y="4597152"/>
            <a:ext cx="10401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Tachykinin System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7DE8C0-5CDB-D7B9-D180-B18E4DAD1A7C}"/>
              </a:ext>
            </a:extLst>
          </p:cNvPr>
          <p:cNvSpPr txBox="1"/>
          <p:nvPr/>
        </p:nvSpPr>
        <p:spPr>
          <a:xfrm>
            <a:off x="977796" y="4237692"/>
            <a:ext cx="13274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NPY System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28FD98-9880-8E5B-A3CC-0C3309E75A9E}"/>
              </a:ext>
            </a:extLst>
          </p:cNvPr>
          <p:cNvSpPr txBox="1"/>
          <p:nvPr/>
        </p:nvSpPr>
        <p:spPr>
          <a:xfrm>
            <a:off x="933872" y="3481608"/>
            <a:ext cx="13713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Cholecystokinin System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A97ACE-6E51-50D4-7803-0B7E55EFCD09}"/>
              </a:ext>
            </a:extLst>
          </p:cNvPr>
          <p:cNvSpPr txBox="1"/>
          <p:nvPr/>
        </p:nvSpPr>
        <p:spPr>
          <a:xfrm>
            <a:off x="1001288" y="3193576"/>
            <a:ext cx="13039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Galanin System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083D05-78C3-B0E6-E976-A3F8DE8E37FD}"/>
              </a:ext>
            </a:extLst>
          </p:cNvPr>
          <p:cNvSpPr txBox="1"/>
          <p:nvPr/>
        </p:nvSpPr>
        <p:spPr>
          <a:xfrm>
            <a:off x="1084196" y="2977552"/>
            <a:ext cx="12210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Nonapeptide System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DC7041-824D-CCE0-16C9-CE56A64888E3}"/>
              </a:ext>
            </a:extLst>
          </p:cNvPr>
          <p:cNvSpPr txBox="1"/>
          <p:nvPr/>
        </p:nvSpPr>
        <p:spPr>
          <a:xfrm>
            <a:off x="980712" y="3881656"/>
            <a:ext cx="13244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Steroid Receptors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4A52A0-CEA4-0C41-F51E-1A4055948742}"/>
              </a:ext>
            </a:extLst>
          </p:cNvPr>
          <p:cNvSpPr txBox="1"/>
          <p:nvPr/>
        </p:nvSpPr>
        <p:spPr>
          <a:xfrm>
            <a:off x="1084196" y="2653516"/>
            <a:ext cx="12210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C108AF-FE39-9342-9BE0-F3AACD1C6A70}"/>
              </a:ext>
            </a:extLst>
          </p:cNvPr>
          <p:cNvSpPr txBox="1"/>
          <p:nvPr/>
        </p:nvSpPr>
        <p:spPr>
          <a:xfrm>
            <a:off x="-2232" y="4262560"/>
            <a:ext cx="86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Neuropeptides and Steroid Hormones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250090-D42E-DD78-7929-D34DFBEB4F89}"/>
              </a:ext>
            </a:extLst>
          </p:cNvPr>
          <p:cNvSpPr txBox="1"/>
          <p:nvPr/>
        </p:nvSpPr>
        <p:spPr>
          <a:xfrm>
            <a:off x="1401924" y="6383370"/>
            <a:ext cx="9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47004E-54F3-8C94-6E6F-F33269E6C7CE}"/>
              </a:ext>
            </a:extLst>
          </p:cNvPr>
          <p:cNvSpPr txBox="1"/>
          <p:nvPr/>
        </p:nvSpPr>
        <p:spPr>
          <a:xfrm>
            <a:off x="1414" y="2611783"/>
            <a:ext cx="28896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704214E7-DD2E-DBD3-F97B-60E2971FA138}"/>
              </a:ext>
            </a:extLst>
          </p:cNvPr>
          <p:cNvGrpSpPr/>
          <p:nvPr/>
        </p:nvGrpSpPr>
        <p:grpSpPr>
          <a:xfrm>
            <a:off x="131815" y="6712279"/>
            <a:ext cx="3905381" cy="3381068"/>
            <a:chOff x="-1193" y="6745531"/>
            <a:chExt cx="3905381" cy="338106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18EA4C3-1586-66D1-AA33-5BFF7BDAE235}"/>
                </a:ext>
              </a:extLst>
            </p:cNvPr>
            <p:cNvSpPr/>
            <p:nvPr/>
          </p:nvSpPr>
          <p:spPr>
            <a:xfrm>
              <a:off x="3513" y="6747968"/>
              <a:ext cx="3378631" cy="3378631"/>
            </a:xfrm>
            <a:custGeom>
              <a:avLst/>
              <a:gdLst>
                <a:gd name="connsiteX0" fmla="*/ 0 w 3378631"/>
                <a:gd name="connsiteY0" fmla="*/ 0 h 3378631"/>
                <a:gd name="connsiteX1" fmla="*/ 3378631 w 3378631"/>
                <a:gd name="connsiteY1" fmla="*/ 0 h 3378631"/>
                <a:gd name="connsiteX2" fmla="*/ 3378631 w 3378631"/>
                <a:gd name="connsiteY2" fmla="*/ 3378631 h 3378631"/>
                <a:gd name="connsiteX3" fmla="*/ 0 w 3378631"/>
                <a:gd name="connsiteY3" fmla="*/ 3378631 h 3378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8631" h="3378631">
                  <a:moveTo>
                    <a:pt x="0" y="0"/>
                  </a:moveTo>
                  <a:lnTo>
                    <a:pt x="3378631" y="0"/>
                  </a:lnTo>
                  <a:lnTo>
                    <a:pt x="3378631" y="3378631"/>
                  </a:lnTo>
                  <a:lnTo>
                    <a:pt x="0" y="3378631"/>
                  </a:lnTo>
                  <a:close/>
                </a:path>
              </a:pathLst>
            </a:custGeom>
            <a:noFill/>
            <a:ln w="936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" name="Graphic 6">
              <a:extLst>
                <a:ext uri="{FF2B5EF4-FFF2-40B4-BE49-F238E27FC236}">
                  <a16:creationId xmlns:a16="http://schemas.microsoft.com/office/drawing/2014/main" id="{45241381-7876-CE91-AB07-BD67876D3339}"/>
                </a:ext>
              </a:extLst>
            </p:cNvPr>
            <p:cNvGrpSpPr/>
            <p:nvPr/>
          </p:nvGrpSpPr>
          <p:grpSpPr>
            <a:xfrm>
              <a:off x="328143" y="6751238"/>
              <a:ext cx="3002570" cy="3050730"/>
              <a:chOff x="328143" y="6751238"/>
              <a:chExt cx="3002570" cy="3050730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44B17504-515B-68B0-DD0F-98783893A7E7}"/>
                  </a:ext>
                </a:extLst>
              </p:cNvPr>
              <p:cNvSpPr/>
              <p:nvPr/>
            </p:nvSpPr>
            <p:spPr>
              <a:xfrm>
                <a:off x="328143" y="9178048"/>
                <a:ext cx="3002570" cy="9385"/>
              </a:xfrm>
              <a:custGeom>
                <a:avLst/>
                <a:gdLst>
                  <a:gd name="connsiteX0" fmla="*/ 0 w 3002570"/>
                  <a:gd name="connsiteY0" fmla="*/ 0 h 9385"/>
                  <a:gd name="connsiteX1" fmla="*/ 3002571 w 3002570"/>
                  <a:gd name="connsiteY1" fmla="*/ 0 h 9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02570" h="9385">
                    <a:moveTo>
                      <a:pt x="0" y="0"/>
                    </a:moveTo>
                    <a:lnTo>
                      <a:pt x="3002571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122732B-214A-275A-2C73-CF91D596F90D}"/>
                  </a:ext>
                </a:extLst>
              </p:cNvPr>
              <p:cNvSpPr/>
              <p:nvPr/>
            </p:nvSpPr>
            <p:spPr>
              <a:xfrm>
                <a:off x="328143" y="8203219"/>
                <a:ext cx="3002570" cy="9385"/>
              </a:xfrm>
              <a:custGeom>
                <a:avLst/>
                <a:gdLst>
                  <a:gd name="connsiteX0" fmla="*/ 0 w 3002570"/>
                  <a:gd name="connsiteY0" fmla="*/ 0 h 9385"/>
                  <a:gd name="connsiteX1" fmla="*/ 3002571 w 3002570"/>
                  <a:gd name="connsiteY1" fmla="*/ 0 h 9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02570" h="9385">
                    <a:moveTo>
                      <a:pt x="0" y="0"/>
                    </a:moveTo>
                    <a:lnTo>
                      <a:pt x="3002571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7141E85-0539-D077-A603-B1C025172BCB}"/>
                  </a:ext>
                </a:extLst>
              </p:cNvPr>
              <p:cNvSpPr/>
              <p:nvPr/>
            </p:nvSpPr>
            <p:spPr>
              <a:xfrm>
                <a:off x="328143" y="7228296"/>
                <a:ext cx="3002570" cy="9385"/>
              </a:xfrm>
              <a:custGeom>
                <a:avLst/>
                <a:gdLst>
                  <a:gd name="connsiteX0" fmla="*/ 0 w 3002570"/>
                  <a:gd name="connsiteY0" fmla="*/ 0 h 9385"/>
                  <a:gd name="connsiteX1" fmla="*/ 3002571 w 3002570"/>
                  <a:gd name="connsiteY1" fmla="*/ 0 h 9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02570" h="9385">
                    <a:moveTo>
                      <a:pt x="0" y="0"/>
                    </a:moveTo>
                    <a:lnTo>
                      <a:pt x="3002571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863FC048-D23C-4850-2CC7-4CA001BF95BE}"/>
                  </a:ext>
                </a:extLst>
              </p:cNvPr>
              <p:cNvSpPr/>
              <p:nvPr/>
            </p:nvSpPr>
            <p:spPr>
              <a:xfrm>
                <a:off x="417582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A9B1001-CF7D-9D0C-5A34-C7781293E2A0}"/>
                  </a:ext>
                </a:extLst>
              </p:cNvPr>
              <p:cNvSpPr/>
              <p:nvPr/>
            </p:nvSpPr>
            <p:spPr>
              <a:xfrm>
                <a:off x="460378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B56ECB88-0C2A-84D0-1D9B-4749E2152796}"/>
                  </a:ext>
                </a:extLst>
              </p:cNvPr>
              <p:cNvSpPr/>
              <p:nvPr/>
            </p:nvSpPr>
            <p:spPr>
              <a:xfrm>
                <a:off x="545970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D2499E0-F2B9-CF95-C009-4B4FD584A58A}"/>
                  </a:ext>
                </a:extLst>
              </p:cNvPr>
              <p:cNvSpPr/>
              <p:nvPr/>
            </p:nvSpPr>
            <p:spPr>
              <a:xfrm>
                <a:off x="63146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99D3AF0C-586F-02A7-53B3-F332B953C978}"/>
                  </a:ext>
                </a:extLst>
              </p:cNvPr>
              <p:cNvSpPr/>
              <p:nvPr/>
            </p:nvSpPr>
            <p:spPr>
              <a:xfrm>
                <a:off x="71706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3493BCE3-69C2-4E44-ED4D-C54CFC6A2F48}"/>
                  </a:ext>
                </a:extLst>
              </p:cNvPr>
              <p:cNvSpPr/>
              <p:nvPr/>
            </p:nvSpPr>
            <p:spPr>
              <a:xfrm>
                <a:off x="80265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BF74625-3FAE-D229-8EF9-54ACAE8915B6}"/>
                  </a:ext>
                </a:extLst>
              </p:cNvPr>
              <p:cNvSpPr/>
              <p:nvPr/>
            </p:nvSpPr>
            <p:spPr>
              <a:xfrm>
                <a:off x="88824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7C53EA6D-FEC1-9FC5-F737-D332FE7759E0}"/>
                  </a:ext>
                </a:extLst>
              </p:cNvPr>
              <p:cNvSpPr/>
              <p:nvPr/>
            </p:nvSpPr>
            <p:spPr>
              <a:xfrm>
                <a:off x="97374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020F7A22-B4CC-3AD3-DBE0-476AB6F24966}"/>
                  </a:ext>
                </a:extLst>
              </p:cNvPr>
              <p:cNvSpPr/>
              <p:nvPr/>
            </p:nvSpPr>
            <p:spPr>
              <a:xfrm>
                <a:off x="105933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3BED0198-AA1A-F372-3739-038AA63E1181}"/>
                  </a:ext>
                </a:extLst>
              </p:cNvPr>
              <p:cNvSpPr/>
              <p:nvPr/>
            </p:nvSpPr>
            <p:spPr>
              <a:xfrm>
                <a:off x="114492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4CA311DE-380B-B89E-3645-9E015C4BFF7B}"/>
                  </a:ext>
                </a:extLst>
              </p:cNvPr>
              <p:cNvSpPr/>
              <p:nvPr/>
            </p:nvSpPr>
            <p:spPr>
              <a:xfrm>
                <a:off x="123042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76526F3-795E-7A44-6CDA-75E1F4358F15}"/>
                  </a:ext>
                </a:extLst>
              </p:cNvPr>
              <p:cNvSpPr/>
              <p:nvPr/>
            </p:nvSpPr>
            <p:spPr>
              <a:xfrm>
                <a:off x="131601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B77912D8-377F-2221-52DC-8C619D0BAA60}"/>
                  </a:ext>
                </a:extLst>
              </p:cNvPr>
              <p:cNvSpPr/>
              <p:nvPr/>
            </p:nvSpPr>
            <p:spPr>
              <a:xfrm>
                <a:off x="140160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7F5FA65C-DE91-794D-69EB-50CFF76E6B6A}"/>
                  </a:ext>
                </a:extLst>
              </p:cNvPr>
              <p:cNvSpPr/>
              <p:nvPr/>
            </p:nvSpPr>
            <p:spPr>
              <a:xfrm>
                <a:off x="148720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2F9FB7EC-1CA7-52B7-ED48-A37F17170DFC}"/>
                  </a:ext>
                </a:extLst>
              </p:cNvPr>
              <p:cNvSpPr/>
              <p:nvPr/>
            </p:nvSpPr>
            <p:spPr>
              <a:xfrm>
                <a:off x="157269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A33993F9-2705-54F7-EBF8-62D0BFAFA412}"/>
                  </a:ext>
                </a:extLst>
              </p:cNvPr>
              <p:cNvSpPr/>
              <p:nvPr/>
            </p:nvSpPr>
            <p:spPr>
              <a:xfrm>
                <a:off x="165829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B7EE6642-B99B-966B-435D-829398358D5B}"/>
                  </a:ext>
                </a:extLst>
              </p:cNvPr>
              <p:cNvSpPr/>
              <p:nvPr/>
            </p:nvSpPr>
            <p:spPr>
              <a:xfrm>
                <a:off x="174388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3F93D84C-56B1-9FAD-C346-63F945411C60}"/>
                  </a:ext>
                </a:extLst>
              </p:cNvPr>
              <p:cNvSpPr/>
              <p:nvPr/>
            </p:nvSpPr>
            <p:spPr>
              <a:xfrm>
                <a:off x="182947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51066F3-838D-4FB9-4C79-4A1F0F093227}"/>
                  </a:ext>
                </a:extLst>
              </p:cNvPr>
              <p:cNvSpPr/>
              <p:nvPr/>
            </p:nvSpPr>
            <p:spPr>
              <a:xfrm>
                <a:off x="191497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7BCF6CA9-3AF2-362B-CAF9-503D941F66BB}"/>
                  </a:ext>
                </a:extLst>
              </p:cNvPr>
              <p:cNvSpPr/>
              <p:nvPr/>
            </p:nvSpPr>
            <p:spPr>
              <a:xfrm>
                <a:off x="200056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889A43CF-5076-B670-CEDF-0C9E1847F61F}"/>
                  </a:ext>
                </a:extLst>
              </p:cNvPr>
              <p:cNvSpPr/>
              <p:nvPr/>
            </p:nvSpPr>
            <p:spPr>
              <a:xfrm>
                <a:off x="208615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58BC7DB5-AE50-8E89-0DE3-15CA000F4FA7}"/>
                  </a:ext>
                </a:extLst>
              </p:cNvPr>
              <p:cNvSpPr/>
              <p:nvPr/>
            </p:nvSpPr>
            <p:spPr>
              <a:xfrm>
                <a:off x="217174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CE72870A-BAF8-9E53-FBDE-CBA2888AEF8D}"/>
                  </a:ext>
                </a:extLst>
              </p:cNvPr>
              <p:cNvSpPr/>
              <p:nvPr/>
            </p:nvSpPr>
            <p:spPr>
              <a:xfrm>
                <a:off x="225724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6E710F11-7E6B-752B-24DE-891885A77603}"/>
                  </a:ext>
                </a:extLst>
              </p:cNvPr>
              <p:cNvSpPr/>
              <p:nvPr/>
            </p:nvSpPr>
            <p:spPr>
              <a:xfrm>
                <a:off x="234283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17F32253-B327-51F1-0C82-D53A669578F8}"/>
                  </a:ext>
                </a:extLst>
              </p:cNvPr>
              <p:cNvSpPr/>
              <p:nvPr/>
            </p:nvSpPr>
            <p:spPr>
              <a:xfrm>
                <a:off x="242843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28CF7FC8-FC4C-8F31-6E1A-B939DCC6D2B5}"/>
                  </a:ext>
                </a:extLst>
              </p:cNvPr>
              <p:cNvSpPr/>
              <p:nvPr/>
            </p:nvSpPr>
            <p:spPr>
              <a:xfrm>
                <a:off x="251402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C2D8B483-8620-1F37-E2C0-4285CF36595F}"/>
                  </a:ext>
                </a:extLst>
              </p:cNvPr>
              <p:cNvSpPr/>
              <p:nvPr/>
            </p:nvSpPr>
            <p:spPr>
              <a:xfrm>
                <a:off x="259952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B1C050D-23F7-B3FF-D107-D71C1CA7883D}"/>
                  </a:ext>
                </a:extLst>
              </p:cNvPr>
              <p:cNvSpPr/>
              <p:nvPr/>
            </p:nvSpPr>
            <p:spPr>
              <a:xfrm>
                <a:off x="268511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2E28E37E-DFDC-5BD2-4BBA-366C00FA859C}"/>
                  </a:ext>
                </a:extLst>
              </p:cNvPr>
              <p:cNvSpPr/>
              <p:nvPr/>
            </p:nvSpPr>
            <p:spPr>
              <a:xfrm>
                <a:off x="277070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40DF2271-F015-0327-8885-62966DB8C9A4}"/>
                  </a:ext>
                </a:extLst>
              </p:cNvPr>
              <p:cNvSpPr/>
              <p:nvPr/>
            </p:nvSpPr>
            <p:spPr>
              <a:xfrm>
                <a:off x="285620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DF1427F0-A878-F531-8619-317CF9CF52EB}"/>
                  </a:ext>
                </a:extLst>
              </p:cNvPr>
              <p:cNvSpPr/>
              <p:nvPr/>
            </p:nvSpPr>
            <p:spPr>
              <a:xfrm>
                <a:off x="294179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574E2C39-CFB3-B60B-F3C4-E552CC33B378}"/>
                  </a:ext>
                </a:extLst>
              </p:cNvPr>
              <p:cNvSpPr/>
              <p:nvPr/>
            </p:nvSpPr>
            <p:spPr>
              <a:xfrm>
                <a:off x="302738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7449E962-3D9B-C53C-9AD6-71C8CEE10CAF}"/>
                  </a:ext>
                </a:extLst>
              </p:cNvPr>
              <p:cNvSpPr/>
              <p:nvPr/>
            </p:nvSpPr>
            <p:spPr>
              <a:xfrm>
                <a:off x="311297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AC5DFBA9-C554-AABC-F9BB-184674DDDFFC}"/>
                  </a:ext>
                </a:extLst>
              </p:cNvPr>
              <p:cNvSpPr/>
              <p:nvPr/>
            </p:nvSpPr>
            <p:spPr>
              <a:xfrm>
                <a:off x="319847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0F249607-D2FF-6DEA-51EE-32CF68F4110A}"/>
                  </a:ext>
                </a:extLst>
              </p:cNvPr>
              <p:cNvSpPr/>
              <p:nvPr/>
            </p:nvSpPr>
            <p:spPr>
              <a:xfrm>
                <a:off x="324127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4964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F87D9D75-8AA1-3938-25EC-3FA8997828DB}"/>
                  </a:ext>
                </a:extLst>
              </p:cNvPr>
              <p:cNvSpPr/>
              <p:nvPr/>
            </p:nvSpPr>
            <p:spPr>
              <a:xfrm>
                <a:off x="328143" y="9665509"/>
                <a:ext cx="3002570" cy="9385"/>
              </a:xfrm>
              <a:custGeom>
                <a:avLst/>
                <a:gdLst>
                  <a:gd name="connsiteX0" fmla="*/ 0 w 3002570"/>
                  <a:gd name="connsiteY0" fmla="*/ 0 h 9385"/>
                  <a:gd name="connsiteX1" fmla="*/ 3002571 w 3002570"/>
                  <a:gd name="connsiteY1" fmla="*/ 0 h 9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02570" h="9385">
                    <a:moveTo>
                      <a:pt x="0" y="0"/>
                    </a:moveTo>
                    <a:lnTo>
                      <a:pt x="3002571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A6733F0C-9CF5-8023-D0E7-851432B475C1}"/>
                  </a:ext>
                </a:extLst>
              </p:cNvPr>
              <p:cNvSpPr/>
              <p:nvPr/>
            </p:nvSpPr>
            <p:spPr>
              <a:xfrm>
                <a:off x="328143" y="8690587"/>
                <a:ext cx="3002570" cy="9385"/>
              </a:xfrm>
              <a:custGeom>
                <a:avLst/>
                <a:gdLst>
                  <a:gd name="connsiteX0" fmla="*/ 0 w 3002570"/>
                  <a:gd name="connsiteY0" fmla="*/ 0 h 9385"/>
                  <a:gd name="connsiteX1" fmla="*/ 3002571 w 3002570"/>
                  <a:gd name="connsiteY1" fmla="*/ 0 h 9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02570" h="9385">
                    <a:moveTo>
                      <a:pt x="0" y="0"/>
                    </a:moveTo>
                    <a:lnTo>
                      <a:pt x="3002571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7666C48F-1259-0643-529A-B9285932B1CE}"/>
                  </a:ext>
                </a:extLst>
              </p:cNvPr>
              <p:cNvSpPr/>
              <p:nvPr/>
            </p:nvSpPr>
            <p:spPr>
              <a:xfrm>
                <a:off x="328143" y="7715758"/>
                <a:ext cx="3002570" cy="9385"/>
              </a:xfrm>
              <a:custGeom>
                <a:avLst/>
                <a:gdLst>
                  <a:gd name="connsiteX0" fmla="*/ 0 w 3002570"/>
                  <a:gd name="connsiteY0" fmla="*/ 0 h 9385"/>
                  <a:gd name="connsiteX1" fmla="*/ 3002571 w 3002570"/>
                  <a:gd name="connsiteY1" fmla="*/ 0 h 9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02570" h="9385">
                    <a:moveTo>
                      <a:pt x="0" y="0"/>
                    </a:moveTo>
                    <a:lnTo>
                      <a:pt x="3002571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9CDF7ED9-AF74-A39A-6CDC-752AACBDC6AA}"/>
                  </a:ext>
                </a:extLst>
              </p:cNvPr>
              <p:cNvSpPr/>
              <p:nvPr/>
            </p:nvSpPr>
            <p:spPr>
              <a:xfrm>
                <a:off x="50317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EB475ED3-172C-3F23-C528-0D1F9DB4DC89}"/>
                  </a:ext>
                </a:extLst>
              </p:cNvPr>
              <p:cNvSpPr/>
              <p:nvPr/>
            </p:nvSpPr>
            <p:spPr>
              <a:xfrm>
                <a:off x="58867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351AAA9F-3FBD-D577-B379-434707F3DB3E}"/>
                  </a:ext>
                </a:extLst>
              </p:cNvPr>
              <p:cNvSpPr/>
              <p:nvPr/>
            </p:nvSpPr>
            <p:spPr>
              <a:xfrm>
                <a:off x="67426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BA3F97F8-699F-CA46-A2C8-13545D57CAEA}"/>
                  </a:ext>
                </a:extLst>
              </p:cNvPr>
              <p:cNvSpPr/>
              <p:nvPr/>
            </p:nvSpPr>
            <p:spPr>
              <a:xfrm>
                <a:off x="75985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8061FD49-F669-0472-34A1-24C88A783314}"/>
                  </a:ext>
                </a:extLst>
              </p:cNvPr>
              <p:cNvSpPr/>
              <p:nvPr/>
            </p:nvSpPr>
            <p:spPr>
              <a:xfrm>
                <a:off x="84544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96F72D34-E914-F061-B75F-6EB53E86A941}"/>
                  </a:ext>
                </a:extLst>
              </p:cNvPr>
              <p:cNvSpPr/>
              <p:nvPr/>
            </p:nvSpPr>
            <p:spPr>
              <a:xfrm>
                <a:off x="93094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4524BEBD-F059-D100-A0F4-B9F2487372CE}"/>
                  </a:ext>
                </a:extLst>
              </p:cNvPr>
              <p:cNvSpPr/>
              <p:nvPr/>
            </p:nvSpPr>
            <p:spPr>
              <a:xfrm>
                <a:off x="101653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8542ABEC-450C-7EC5-B73C-7857C9E4020D}"/>
                  </a:ext>
                </a:extLst>
              </p:cNvPr>
              <p:cNvSpPr/>
              <p:nvPr/>
            </p:nvSpPr>
            <p:spPr>
              <a:xfrm>
                <a:off x="110213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150E523B-7611-5D9D-599F-ABA6A33E319C}"/>
                  </a:ext>
                </a:extLst>
              </p:cNvPr>
              <p:cNvSpPr/>
              <p:nvPr/>
            </p:nvSpPr>
            <p:spPr>
              <a:xfrm>
                <a:off x="118772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3C64C779-E645-445C-69CC-BE5845435456}"/>
                  </a:ext>
                </a:extLst>
              </p:cNvPr>
              <p:cNvSpPr/>
              <p:nvPr/>
            </p:nvSpPr>
            <p:spPr>
              <a:xfrm>
                <a:off x="127322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6405466-F327-46C9-94E5-3B2C09DBCE53}"/>
                  </a:ext>
                </a:extLst>
              </p:cNvPr>
              <p:cNvSpPr/>
              <p:nvPr/>
            </p:nvSpPr>
            <p:spPr>
              <a:xfrm>
                <a:off x="135881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ED495029-070F-9375-E2B5-47AF0B18D1D0}"/>
                  </a:ext>
                </a:extLst>
              </p:cNvPr>
              <p:cNvSpPr/>
              <p:nvPr/>
            </p:nvSpPr>
            <p:spPr>
              <a:xfrm>
                <a:off x="144440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5E56C329-3941-162A-BE70-84CF15C556D0}"/>
                  </a:ext>
                </a:extLst>
              </p:cNvPr>
              <p:cNvSpPr/>
              <p:nvPr/>
            </p:nvSpPr>
            <p:spPr>
              <a:xfrm>
                <a:off x="152999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AC512190-972F-A546-E039-24C02F6CECD0}"/>
                  </a:ext>
                </a:extLst>
              </p:cNvPr>
              <p:cNvSpPr/>
              <p:nvPr/>
            </p:nvSpPr>
            <p:spPr>
              <a:xfrm>
                <a:off x="161549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F8CD22D1-82AE-865C-0DA2-F2B1C56CF2CB}"/>
                  </a:ext>
                </a:extLst>
              </p:cNvPr>
              <p:cNvSpPr/>
              <p:nvPr/>
            </p:nvSpPr>
            <p:spPr>
              <a:xfrm>
                <a:off x="170108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7EF1A997-5107-4336-3444-54275E36F28F}"/>
                  </a:ext>
                </a:extLst>
              </p:cNvPr>
              <p:cNvSpPr/>
              <p:nvPr/>
            </p:nvSpPr>
            <p:spPr>
              <a:xfrm>
                <a:off x="178667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B131FD8B-ACB8-8D16-40B6-658C17FD6946}"/>
                  </a:ext>
                </a:extLst>
              </p:cNvPr>
              <p:cNvSpPr/>
              <p:nvPr/>
            </p:nvSpPr>
            <p:spPr>
              <a:xfrm>
                <a:off x="187227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BEF86ECA-ACE6-18A5-365C-5570A262B77D}"/>
                  </a:ext>
                </a:extLst>
              </p:cNvPr>
              <p:cNvSpPr/>
              <p:nvPr/>
            </p:nvSpPr>
            <p:spPr>
              <a:xfrm>
                <a:off x="195776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798A3B3E-13D0-EC39-3FEB-656602427BBC}"/>
                  </a:ext>
                </a:extLst>
              </p:cNvPr>
              <p:cNvSpPr/>
              <p:nvPr/>
            </p:nvSpPr>
            <p:spPr>
              <a:xfrm>
                <a:off x="204336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515A5ED7-582D-3092-479D-76000C2F47A1}"/>
                  </a:ext>
                </a:extLst>
              </p:cNvPr>
              <p:cNvSpPr/>
              <p:nvPr/>
            </p:nvSpPr>
            <p:spPr>
              <a:xfrm>
                <a:off x="212895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5DB4B88C-5388-3D2B-BF48-4E9C90DCED42}"/>
                  </a:ext>
                </a:extLst>
              </p:cNvPr>
              <p:cNvSpPr/>
              <p:nvPr/>
            </p:nvSpPr>
            <p:spPr>
              <a:xfrm>
                <a:off x="221445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ADD2D527-FE24-2E6C-147F-CEA44B58DAA1}"/>
                  </a:ext>
                </a:extLst>
              </p:cNvPr>
              <p:cNvSpPr/>
              <p:nvPr/>
            </p:nvSpPr>
            <p:spPr>
              <a:xfrm>
                <a:off x="230004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F277639E-2FBE-4FC4-F773-A3374901199F}"/>
                  </a:ext>
                </a:extLst>
              </p:cNvPr>
              <p:cNvSpPr/>
              <p:nvPr/>
            </p:nvSpPr>
            <p:spPr>
              <a:xfrm>
                <a:off x="238563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6DCBCBB0-F523-38E0-9F59-43239B299E73}"/>
                  </a:ext>
                </a:extLst>
              </p:cNvPr>
              <p:cNvSpPr/>
              <p:nvPr/>
            </p:nvSpPr>
            <p:spPr>
              <a:xfrm>
                <a:off x="247122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F6882173-ADF2-4A16-CA0C-5580314910E6}"/>
                  </a:ext>
                </a:extLst>
              </p:cNvPr>
              <p:cNvSpPr/>
              <p:nvPr/>
            </p:nvSpPr>
            <p:spPr>
              <a:xfrm>
                <a:off x="255672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98B5E1A4-9206-422A-8888-95EA959B1CB4}"/>
                  </a:ext>
                </a:extLst>
              </p:cNvPr>
              <p:cNvSpPr/>
              <p:nvPr/>
            </p:nvSpPr>
            <p:spPr>
              <a:xfrm>
                <a:off x="2642317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4B9305A2-FB12-1379-3B4E-F034C33E1933}"/>
                  </a:ext>
                </a:extLst>
              </p:cNvPr>
              <p:cNvSpPr/>
              <p:nvPr/>
            </p:nvSpPr>
            <p:spPr>
              <a:xfrm>
                <a:off x="272790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6AAB484D-7715-21D3-6F58-3148029E8B23}"/>
                  </a:ext>
                </a:extLst>
              </p:cNvPr>
              <p:cNvSpPr/>
              <p:nvPr/>
            </p:nvSpPr>
            <p:spPr>
              <a:xfrm>
                <a:off x="281350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6B37A036-B5C1-60C8-262D-D8391D17D4B3}"/>
                  </a:ext>
                </a:extLst>
              </p:cNvPr>
              <p:cNvSpPr/>
              <p:nvPr/>
            </p:nvSpPr>
            <p:spPr>
              <a:xfrm>
                <a:off x="2898999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2F3FC66F-EF9E-33D2-604E-1337E1CB0885}"/>
                  </a:ext>
                </a:extLst>
              </p:cNvPr>
              <p:cNvSpPr/>
              <p:nvPr/>
            </p:nvSpPr>
            <p:spPr>
              <a:xfrm>
                <a:off x="2984591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ED8151B8-A1A5-6D4C-D112-95626888A390}"/>
                  </a:ext>
                </a:extLst>
              </p:cNvPr>
              <p:cNvSpPr/>
              <p:nvPr/>
            </p:nvSpPr>
            <p:spPr>
              <a:xfrm>
                <a:off x="3070183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04282F23-F0E7-68ED-6204-4C4AF043C090}"/>
                  </a:ext>
                </a:extLst>
              </p:cNvPr>
              <p:cNvSpPr/>
              <p:nvPr/>
            </p:nvSpPr>
            <p:spPr>
              <a:xfrm>
                <a:off x="3155775" y="6799398"/>
                <a:ext cx="9385" cy="3002570"/>
              </a:xfrm>
              <a:custGeom>
                <a:avLst/>
                <a:gdLst>
                  <a:gd name="connsiteX0" fmla="*/ 0 w 9385"/>
                  <a:gd name="connsiteY0" fmla="*/ 3002571 h 3002570"/>
                  <a:gd name="connsiteX1" fmla="*/ 0 w 9385"/>
                  <a:gd name="connsiteY1" fmla="*/ 0 h 300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85" h="3002570">
                    <a:moveTo>
                      <a:pt x="0" y="3002571"/>
                    </a:moveTo>
                    <a:lnTo>
                      <a:pt x="0" y="0"/>
                    </a:lnTo>
                  </a:path>
                </a:pathLst>
              </a:custGeom>
              <a:noFill/>
              <a:ln w="10022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68FDAD16-86AD-5CF1-EE42-B74A5AC172E4}"/>
                  </a:ext>
                </a:extLst>
              </p:cNvPr>
              <p:cNvSpPr/>
              <p:nvPr/>
            </p:nvSpPr>
            <p:spPr>
              <a:xfrm>
                <a:off x="464602" y="9519196"/>
                <a:ext cx="15391" cy="146219"/>
              </a:xfrm>
              <a:custGeom>
                <a:avLst/>
                <a:gdLst>
                  <a:gd name="connsiteX0" fmla="*/ 0 w 15391"/>
                  <a:gd name="connsiteY0" fmla="*/ 0 h 146219"/>
                  <a:gd name="connsiteX1" fmla="*/ 15392 w 15391"/>
                  <a:gd name="connsiteY1" fmla="*/ 0 h 146219"/>
                  <a:gd name="connsiteX2" fmla="*/ 15392 w 15391"/>
                  <a:gd name="connsiteY2" fmla="*/ 146220 h 146219"/>
                  <a:gd name="connsiteX3" fmla="*/ 0 w 1539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46219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3A80F2B1-388B-DDF0-3A6B-E770768122C7}"/>
                  </a:ext>
                </a:extLst>
              </p:cNvPr>
              <p:cNvSpPr/>
              <p:nvPr/>
            </p:nvSpPr>
            <p:spPr>
              <a:xfrm>
                <a:off x="550194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2 w 15391"/>
                  <a:gd name="connsiteY1" fmla="*/ 0 h 97511"/>
                  <a:gd name="connsiteX2" fmla="*/ 15392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C73D484B-896C-17CE-1450-62D766947E58}"/>
                  </a:ext>
                </a:extLst>
              </p:cNvPr>
              <p:cNvSpPr/>
              <p:nvPr/>
            </p:nvSpPr>
            <p:spPr>
              <a:xfrm>
                <a:off x="721378" y="9616707"/>
                <a:ext cx="12857" cy="48708"/>
              </a:xfrm>
              <a:custGeom>
                <a:avLst/>
                <a:gdLst>
                  <a:gd name="connsiteX0" fmla="*/ 0 w 12857"/>
                  <a:gd name="connsiteY0" fmla="*/ 0 h 48708"/>
                  <a:gd name="connsiteX1" fmla="*/ 12858 w 12857"/>
                  <a:gd name="connsiteY1" fmla="*/ 0 h 48708"/>
                  <a:gd name="connsiteX2" fmla="*/ 12858 w 12857"/>
                  <a:gd name="connsiteY2" fmla="*/ 48709 h 48708"/>
                  <a:gd name="connsiteX3" fmla="*/ 0 w 12857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48708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5A55E422-7F9C-0B5B-AC27-8D000A2FD5FC}"/>
                  </a:ext>
                </a:extLst>
              </p:cNvPr>
              <p:cNvSpPr/>
              <p:nvPr/>
            </p:nvSpPr>
            <p:spPr>
              <a:xfrm>
                <a:off x="806876" y="9616707"/>
                <a:ext cx="10980" cy="48708"/>
              </a:xfrm>
              <a:custGeom>
                <a:avLst/>
                <a:gdLst>
                  <a:gd name="connsiteX0" fmla="*/ 0 w 10980"/>
                  <a:gd name="connsiteY0" fmla="*/ 0 h 48708"/>
                  <a:gd name="connsiteX1" fmla="*/ 10981 w 10980"/>
                  <a:gd name="connsiteY1" fmla="*/ 0 h 48708"/>
                  <a:gd name="connsiteX2" fmla="*/ 10981 w 10980"/>
                  <a:gd name="connsiteY2" fmla="*/ 48709 h 48708"/>
                  <a:gd name="connsiteX3" fmla="*/ 0 w 10980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870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A8FC5832-5768-43F8-C01A-55E28C6C0A69}"/>
                  </a:ext>
                </a:extLst>
              </p:cNvPr>
              <p:cNvSpPr/>
              <p:nvPr/>
            </p:nvSpPr>
            <p:spPr>
              <a:xfrm>
                <a:off x="892468" y="9519196"/>
                <a:ext cx="15391" cy="146219"/>
              </a:xfrm>
              <a:custGeom>
                <a:avLst/>
                <a:gdLst>
                  <a:gd name="connsiteX0" fmla="*/ 0 w 15391"/>
                  <a:gd name="connsiteY0" fmla="*/ 0 h 146219"/>
                  <a:gd name="connsiteX1" fmla="*/ 15392 w 15391"/>
                  <a:gd name="connsiteY1" fmla="*/ 0 h 146219"/>
                  <a:gd name="connsiteX2" fmla="*/ 15392 w 15391"/>
                  <a:gd name="connsiteY2" fmla="*/ 146220 h 146219"/>
                  <a:gd name="connsiteX3" fmla="*/ 0 w 1539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46219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AE426619-FF14-D31E-8AD1-DF0255475E6D}"/>
                  </a:ext>
                </a:extLst>
              </p:cNvPr>
              <p:cNvSpPr/>
              <p:nvPr/>
            </p:nvSpPr>
            <p:spPr>
              <a:xfrm>
                <a:off x="978060" y="9470487"/>
                <a:ext cx="12857" cy="194928"/>
              </a:xfrm>
              <a:custGeom>
                <a:avLst/>
                <a:gdLst>
                  <a:gd name="connsiteX0" fmla="*/ 0 w 12857"/>
                  <a:gd name="connsiteY0" fmla="*/ 0 h 194928"/>
                  <a:gd name="connsiteX1" fmla="*/ 12858 w 12857"/>
                  <a:gd name="connsiteY1" fmla="*/ 0 h 194928"/>
                  <a:gd name="connsiteX2" fmla="*/ 12858 w 12857"/>
                  <a:gd name="connsiteY2" fmla="*/ 194928 h 194928"/>
                  <a:gd name="connsiteX3" fmla="*/ 0 w 12857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194928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8D708EFE-5976-3F43-39B8-1D7309F78E10}"/>
                  </a:ext>
                </a:extLst>
              </p:cNvPr>
              <p:cNvSpPr/>
              <p:nvPr/>
            </p:nvSpPr>
            <p:spPr>
              <a:xfrm>
                <a:off x="1234742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2 w 15391"/>
                  <a:gd name="connsiteY1" fmla="*/ 0 h 97511"/>
                  <a:gd name="connsiteX2" fmla="*/ 15392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ABDA055C-9AD0-7100-1FA2-6515D7A8AAD4}"/>
                  </a:ext>
                </a:extLst>
              </p:cNvPr>
              <p:cNvSpPr/>
              <p:nvPr/>
            </p:nvSpPr>
            <p:spPr>
              <a:xfrm>
                <a:off x="1491424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240F2B66-2158-6A06-591E-F49C3CE4DA68}"/>
                  </a:ext>
                </a:extLst>
              </p:cNvPr>
              <p:cNvSpPr/>
              <p:nvPr/>
            </p:nvSpPr>
            <p:spPr>
              <a:xfrm>
                <a:off x="1577016" y="9616707"/>
                <a:ext cx="19239" cy="48708"/>
              </a:xfrm>
              <a:custGeom>
                <a:avLst/>
                <a:gdLst>
                  <a:gd name="connsiteX0" fmla="*/ 0 w 19239"/>
                  <a:gd name="connsiteY0" fmla="*/ 0 h 48708"/>
                  <a:gd name="connsiteX1" fmla="*/ 19239 w 19239"/>
                  <a:gd name="connsiteY1" fmla="*/ 0 h 48708"/>
                  <a:gd name="connsiteX2" fmla="*/ 19239 w 19239"/>
                  <a:gd name="connsiteY2" fmla="*/ 48709 h 48708"/>
                  <a:gd name="connsiteX3" fmla="*/ 0 w 19239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48708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59026643-4255-7247-6835-DCA43391C2FF}"/>
                  </a:ext>
                </a:extLst>
              </p:cNvPr>
              <p:cNvSpPr/>
              <p:nvPr/>
            </p:nvSpPr>
            <p:spPr>
              <a:xfrm>
                <a:off x="1662608" y="9567998"/>
                <a:ext cx="9666" cy="97511"/>
              </a:xfrm>
              <a:custGeom>
                <a:avLst/>
                <a:gdLst>
                  <a:gd name="connsiteX0" fmla="*/ 0 w 9666"/>
                  <a:gd name="connsiteY0" fmla="*/ 0 h 97511"/>
                  <a:gd name="connsiteX1" fmla="*/ 9667 w 9666"/>
                  <a:gd name="connsiteY1" fmla="*/ 0 h 97511"/>
                  <a:gd name="connsiteX2" fmla="*/ 9667 w 9666"/>
                  <a:gd name="connsiteY2" fmla="*/ 97511 h 97511"/>
                  <a:gd name="connsiteX3" fmla="*/ 0 w 9666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6" h="97511">
                    <a:moveTo>
                      <a:pt x="0" y="0"/>
                    </a:moveTo>
                    <a:lnTo>
                      <a:pt x="9667" y="0"/>
                    </a:lnTo>
                    <a:lnTo>
                      <a:pt x="9667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339FA548-569E-140A-B35A-1397C867C059}"/>
                  </a:ext>
                </a:extLst>
              </p:cNvPr>
              <p:cNvSpPr/>
              <p:nvPr/>
            </p:nvSpPr>
            <p:spPr>
              <a:xfrm>
                <a:off x="1833698" y="9616707"/>
                <a:ext cx="38478" cy="48708"/>
              </a:xfrm>
              <a:custGeom>
                <a:avLst/>
                <a:gdLst>
                  <a:gd name="connsiteX0" fmla="*/ 0 w 38478"/>
                  <a:gd name="connsiteY0" fmla="*/ 0 h 48708"/>
                  <a:gd name="connsiteX1" fmla="*/ 38479 w 38478"/>
                  <a:gd name="connsiteY1" fmla="*/ 0 h 48708"/>
                  <a:gd name="connsiteX2" fmla="*/ 38479 w 38478"/>
                  <a:gd name="connsiteY2" fmla="*/ 48709 h 48708"/>
                  <a:gd name="connsiteX3" fmla="*/ 0 w 38478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478" h="48708">
                    <a:moveTo>
                      <a:pt x="0" y="0"/>
                    </a:moveTo>
                    <a:lnTo>
                      <a:pt x="38479" y="0"/>
                    </a:lnTo>
                    <a:lnTo>
                      <a:pt x="3847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32593140-C5D0-41F2-7032-963AB95D7B2E}"/>
                  </a:ext>
                </a:extLst>
              </p:cNvPr>
              <p:cNvSpPr/>
              <p:nvPr/>
            </p:nvSpPr>
            <p:spPr>
              <a:xfrm>
                <a:off x="1919290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86E51CE7-4393-45BA-6015-0786F534F9DA}"/>
                  </a:ext>
                </a:extLst>
              </p:cNvPr>
              <p:cNvSpPr/>
              <p:nvPr/>
            </p:nvSpPr>
            <p:spPr>
              <a:xfrm>
                <a:off x="2004882" y="9567998"/>
                <a:ext cx="25715" cy="97511"/>
              </a:xfrm>
              <a:custGeom>
                <a:avLst/>
                <a:gdLst>
                  <a:gd name="connsiteX0" fmla="*/ 0 w 25715"/>
                  <a:gd name="connsiteY0" fmla="*/ 0 h 97511"/>
                  <a:gd name="connsiteX1" fmla="*/ 25715 w 25715"/>
                  <a:gd name="connsiteY1" fmla="*/ 0 h 97511"/>
                  <a:gd name="connsiteX2" fmla="*/ 25715 w 25715"/>
                  <a:gd name="connsiteY2" fmla="*/ 97511 h 97511"/>
                  <a:gd name="connsiteX3" fmla="*/ 0 w 25715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97511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15838749-D2CB-2F51-EE10-CB912367C0AA}"/>
                  </a:ext>
                </a:extLst>
              </p:cNvPr>
              <p:cNvSpPr/>
              <p:nvPr/>
            </p:nvSpPr>
            <p:spPr>
              <a:xfrm>
                <a:off x="2090380" y="9567998"/>
                <a:ext cx="10980" cy="97511"/>
              </a:xfrm>
              <a:custGeom>
                <a:avLst/>
                <a:gdLst>
                  <a:gd name="connsiteX0" fmla="*/ 0 w 10980"/>
                  <a:gd name="connsiteY0" fmla="*/ 0 h 97511"/>
                  <a:gd name="connsiteX1" fmla="*/ 10981 w 10980"/>
                  <a:gd name="connsiteY1" fmla="*/ 0 h 97511"/>
                  <a:gd name="connsiteX2" fmla="*/ 10981 w 10980"/>
                  <a:gd name="connsiteY2" fmla="*/ 97511 h 97511"/>
                  <a:gd name="connsiteX3" fmla="*/ 0 w 10980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97511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EF72BD09-D24F-5994-12F5-B92098A4F9FB}"/>
                  </a:ext>
                </a:extLst>
              </p:cNvPr>
              <p:cNvSpPr/>
              <p:nvPr/>
            </p:nvSpPr>
            <p:spPr>
              <a:xfrm>
                <a:off x="2347156" y="9567998"/>
                <a:ext cx="38478" cy="97511"/>
              </a:xfrm>
              <a:custGeom>
                <a:avLst/>
                <a:gdLst>
                  <a:gd name="connsiteX0" fmla="*/ 0 w 38478"/>
                  <a:gd name="connsiteY0" fmla="*/ 0 h 97511"/>
                  <a:gd name="connsiteX1" fmla="*/ 38479 w 38478"/>
                  <a:gd name="connsiteY1" fmla="*/ 0 h 97511"/>
                  <a:gd name="connsiteX2" fmla="*/ 38479 w 38478"/>
                  <a:gd name="connsiteY2" fmla="*/ 97511 h 97511"/>
                  <a:gd name="connsiteX3" fmla="*/ 0 w 38478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478" h="97511">
                    <a:moveTo>
                      <a:pt x="0" y="0"/>
                    </a:moveTo>
                    <a:lnTo>
                      <a:pt x="38479" y="0"/>
                    </a:lnTo>
                    <a:lnTo>
                      <a:pt x="38479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98B1E059-D17D-5F1C-4E3C-7F4003FC0F46}"/>
                  </a:ext>
                </a:extLst>
              </p:cNvPr>
              <p:cNvSpPr/>
              <p:nvPr/>
            </p:nvSpPr>
            <p:spPr>
              <a:xfrm>
                <a:off x="2518246" y="9567998"/>
                <a:ext cx="25715" cy="97511"/>
              </a:xfrm>
              <a:custGeom>
                <a:avLst/>
                <a:gdLst>
                  <a:gd name="connsiteX0" fmla="*/ 0 w 25715"/>
                  <a:gd name="connsiteY0" fmla="*/ 0 h 97511"/>
                  <a:gd name="connsiteX1" fmla="*/ 25715 w 25715"/>
                  <a:gd name="connsiteY1" fmla="*/ 0 h 97511"/>
                  <a:gd name="connsiteX2" fmla="*/ 25715 w 25715"/>
                  <a:gd name="connsiteY2" fmla="*/ 97511 h 97511"/>
                  <a:gd name="connsiteX3" fmla="*/ 0 w 25715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97511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DEF58A64-7DED-4C55-D8BD-729EC5332A39}"/>
                  </a:ext>
                </a:extLst>
              </p:cNvPr>
              <p:cNvSpPr/>
              <p:nvPr/>
            </p:nvSpPr>
            <p:spPr>
              <a:xfrm>
                <a:off x="2946112" y="9616707"/>
                <a:ext cx="15391" cy="48708"/>
              </a:xfrm>
              <a:custGeom>
                <a:avLst/>
                <a:gdLst>
                  <a:gd name="connsiteX0" fmla="*/ 0 w 15391"/>
                  <a:gd name="connsiteY0" fmla="*/ 0 h 48708"/>
                  <a:gd name="connsiteX1" fmla="*/ 15392 w 15391"/>
                  <a:gd name="connsiteY1" fmla="*/ 0 h 48708"/>
                  <a:gd name="connsiteX2" fmla="*/ 15392 w 15391"/>
                  <a:gd name="connsiteY2" fmla="*/ 48709 h 48708"/>
                  <a:gd name="connsiteX3" fmla="*/ 0 w 1539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4870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12881BD7-7A6E-D063-2FC3-583DFC1AA179}"/>
                  </a:ext>
                </a:extLst>
              </p:cNvPr>
              <p:cNvSpPr/>
              <p:nvPr/>
            </p:nvSpPr>
            <p:spPr>
              <a:xfrm>
                <a:off x="635786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2 w 15391"/>
                  <a:gd name="connsiteY1" fmla="*/ 0 h 97511"/>
                  <a:gd name="connsiteX2" fmla="*/ 15392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B7CECB4B-CFF4-8649-90EE-52BE844C335B}"/>
                  </a:ext>
                </a:extLst>
              </p:cNvPr>
              <p:cNvSpPr/>
              <p:nvPr/>
            </p:nvSpPr>
            <p:spPr>
              <a:xfrm>
                <a:off x="734141" y="9616707"/>
                <a:ext cx="12857" cy="48708"/>
              </a:xfrm>
              <a:custGeom>
                <a:avLst/>
                <a:gdLst>
                  <a:gd name="connsiteX0" fmla="*/ 0 w 12857"/>
                  <a:gd name="connsiteY0" fmla="*/ 0 h 48708"/>
                  <a:gd name="connsiteX1" fmla="*/ 12858 w 12857"/>
                  <a:gd name="connsiteY1" fmla="*/ 0 h 48708"/>
                  <a:gd name="connsiteX2" fmla="*/ 12858 w 12857"/>
                  <a:gd name="connsiteY2" fmla="*/ 48709 h 48708"/>
                  <a:gd name="connsiteX3" fmla="*/ 0 w 12857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48708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CEF20B15-9DDA-40B3-C9F3-116F6CD644BC}"/>
                  </a:ext>
                </a:extLst>
              </p:cNvPr>
              <p:cNvSpPr/>
              <p:nvPr/>
            </p:nvSpPr>
            <p:spPr>
              <a:xfrm>
                <a:off x="817950" y="9616707"/>
                <a:ext cx="10980" cy="48708"/>
              </a:xfrm>
              <a:custGeom>
                <a:avLst/>
                <a:gdLst>
                  <a:gd name="connsiteX0" fmla="*/ 0 w 10980"/>
                  <a:gd name="connsiteY0" fmla="*/ 0 h 48708"/>
                  <a:gd name="connsiteX1" fmla="*/ 10981 w 10980"/>
                  <a:gd name="connsiteY1" fmla="*/ 0 h 48708"/>
                  <a:gd name="connsiteX2" fmla="*/ 10981 w 10980"/>
                  <a:gd name="connsiteY2" fmla="*/ 48709 h 48708"/>
                  <a:gd name="connsiteX3" fmla="*/ 0 w 10980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870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4FECE6AA-33D4-F463-15B4-4065D9B772E3}"/>
                  </a:ext>
                </a:extLst>
              </p:cNvPr>
              <p:cNvSpPr/>
              <p:nvPr/>
            </p:nvSpPr>
            <p:spPr>
              <a:xfrm>
                <a:off x="990917" y="9519196"/>
                <a:ext cx="12857" cy="146219"/>
              </a:xfrm>
              <a:custGeom>
                <a:avLst/>
                <a:gdLst>
                  <a:gd name="connsiteX0" fmla="*/ 0 w 12857"/>
                  <a:gd name="connsiteY0" fmla="*/ 0 h 146219"/>
                  <a:gd name="connsiteX1" fmla="*/ 12858 w 12857"/>
                  <a:gd name="connsiteY1" fmla="*/ 0 h 146219"/>
                  <a:gd name="connsiteX2" fmla="*/ 12858 w 12857"/>
                  <a:gd name="connsiteY2" fmla="*/ 146220 h 146219"/>
                  <a:gd name="connsiteX3" fmla="*/ 0 w 12857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146219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C248714C-D574-0CBE-DA9B-A04EFBF129DB}"/>
                  </a:ext>
                </a:extLst>
              </p:cNvPr>
              <p:cNvSpPr/>
              <p:nvPr/>
            </p:nvSpPr>
            <p:spPr>
              <a:xfrm>
                <a:off x="1063652" y="9421779"/>
                <a:ext cx="15391" cy="243730"/>
              </a:xfrm>
              <a:custGeom>
                <a:avLst/>
                <a:gdLst>
                  <a:gd name="connsiteX0" fmla="*/ 0 w 15391"/>
                  <a:gd name="connsiteY0" fmla="*/ 0 h 243730"/>
                  <a:gd name="connsiteX1" fmla="*/ 15392 w 15391"/>
                  <a:gd name="connsiteY1" fmla="*/ 0 h 243730"/>
                  <a:gd name="connsiteX2" fmla="*/ 15392 w 15391"/>
                  <a:gd name="connsiteY2" fmla="*/ 243731 h 243730"/>
                  <a:gd name="connsiteX3" fmla="*/ 0 w 15391"/>
                  <a:gd name="connsiteY3" fmla="*/ 243731 h 243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243730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243731"/>
                    </a:lnTo>
                    <a:lnTo>
                      <a:pt x="0" y="243731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746D6215-3C32-E2A2-6D4D-A63345A0938F}"/>
                  </a:ext>
                </a:extLst>
              </p:cNvPr>
              <p:cNvSpPr/>
              <p:nvPr/>
            </p:nvSpPr>
            <p:spPr>
              <a:xfrm>
                <a:off x="1149150" y="9616707"/>
                <a:ext cx="10980" cy="48708"/>
              </a:xfrm>
              <a:custGeom>
                <a:avLst/>
                <a:gdLst>
                  <a:gd name="connsiteX0" fmla="*/ 0 w 10980"/>
                  <a:gd name="connsiteY0" fmla="*/ 0 h 48708"/>
                  <a:gd name="connsiteX1" fmla="*/ 10981 w 10980"/>
                  <a:gd name="connsiteY1" fmla="*/ 0 h 48708"/>
                  <a:gd name="connsiteX2" fmla="*/ 10981 w 10980"/>
                  <a:gd name="connsiteY2" fmla="*/ 48709 h 48708"/>
                  <a:gd name="connsiteX3" fmla="*/ 0 w 10980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870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394D2B2-3DCC-EA5D-5C39-61C746C62894}"/>
                  </a:ext>
                </a:extLst>
              </p:cNvPr>
              <p:cNvSpPr/>
              <p:nvPr/>
            </p:nvSpPr>
            <p:spPr>
              <a:xfrm>
                <a:off x="1320334" y="9616707"/>
                <a:ext cx="19239" cy="48708"/>
              </a:xfrm>
              <a:custGeom>
                <a:avLst/>
                <a:gdLst>
                  <a:gd name="connsiteX0" fmla="*/ 0 w 19239"/>
                  <a:gd name="connsiteY0" fmla="*/ 0 h 48708"/>
                  <a:gd name="connsiteX1" fmla="*/ 19239 w 19239"/>
                  <a:gd name="connsiteY1" fmla="*/ 0 h 48708"/>
                  <a:gd name="connsiteX2" fmla="*/ 19239 w 19239"/>
                  <a:gd name="connsiteY2" fmla="*/ 48709 h 48708"/>
                  <a:gd name="connsiteX3" fmla="*/ 0 w 19239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48708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B6EA13AF-CE9A-C7EE-2F69-DA37370A5183}"/>
                  </a:ext>
                </a:extLst>
              </p:cNvPr>
              <p:cNvSpPr/>
              <p:nvPr/>
            </p:nvSpPr>
            <p:spPr>
              <a:xfrm>
                <a:off x="1596255" y="9567998"/>
                <a:ext cx="19239" cy="97511"/>
              </a:xfrm>
              <a:custGeom>
                <a:avLst/>
                <a:gdLst>
                  <a:gd name="connsiteX0" fmla="*/ 0 w 19239"/>
                  <a:gd name="connsiteY0" fmla="*/ 0 h 97511"/>
                  <a:gd name="connsiteX1" fmla="*/ 19240 w 19239"/>
                  <a:gd name="connsiteY1" fmla="*/ 0 h 97511"/>
                  <a:gd name="connsiteX2" fmla="*/ 19240 w 19239"/>
                  <a:gd name="connsiteY2" fmla="*/ 97511 h 97511"/>
                  <a:gd name="connsiteX3" fmla="*/ 0 w 19239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97511">
                    <a:moveTo>
                      <a:pt x="0" y="0"/>
                    </a:moveTo>
                    <a:lnTo>
                      <a:pt x="19240" y="0"/>
                    </a:lnTo>
                    <a:lnTo>
                      <a:pt x="19240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0F0BF1DC-9FAE-0A59-1D58-BE95019CD6D9}"/>
                  </a:ext>
                </a:extLst>
              </p:cNvPr>
              <p:cNvSpPr/>
              <p:nvPr/>
            </p:nvSpPr>
            <p:spPr>
              <a:xfrm>
                <a:off x="1672181" y="9519196"/>
                <a:ext cx="9666" cy="146219"/>
              </a:xfrm>
              <a:custGeom>
                <a:avLst/>
                <a:gdLst>
                  <a:gd name="connsiteX0" fmla="*/ 0 w 9666"/>
                  <a:gd name="connsiteY0" fmla="*/ 0 h 146219"/>
                  <a:gd name="connsiteX1" fmla="*/ 9667 w 9666"/>
                  <a:gd name="connsiteY1" fmla="*/ 0 h 146219"/>
                  <a:gd name="connsiteX2" fmla="*/ 9667 w 9666"/>
                  <a:gd name="connsiteY2" fmla="*/ 146220 h 146219"/>
                  <a:gd name="connsiteX3" fmla="*/ 0 w 9666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6" h="146219">
                    <a:moveTo>
                      <a:pt x="0" y="0"/>
                    </a:moveTo>
                    <a:lnTo>
                      <a:pt x="9667" y="0"/>
                    </a:lnTo>
                    <a:lnTo>
                      <a:pt x="9667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AE479274-F1E0-17DA-D91A-2B51AF751755}"/>
                  </a:ext>
                </a:extLst>
              </p:cNvPr>
              <p:cNvSpPr/>
              <p:nvPr/>
            </p:nvSpPr>
            <p:spPr>
              <a:xfrm>
                <a:off x="1872271" y="9616707"/>
                <a:ext cx="38478" cy="48708"/>
              </a:xfrm>
              <a:custGeom>
                <a:avLst/>
                <a:gdLst>
                  <a:gd name="connsiteX0" fmla="*/ 0 w 38478"/>
                  <a:gd name="connsiteY0" fmla="*/ 0 h 48708"/>
                  <a:gd name="connsiteX1" fmla="*/ 38479 w 38478"/>
                  <a:gd name="connsiteY1" fmla="*/ 0 h 48708"/>
                  <a:gd name="connsiteX2" fmla="*/ 38479 w 38478"/>
                  <a:gd name="connsiteY2" fmla="*/ 48709 h 48708"/>
                  <a:gd name="connsiteX3" fmla="*/ 0 w 38478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478" h="48708">
                    <a:moveTo>
                      <a:pt x="0" y="0"/>
                    </a:moveTo>
                    <a:lnTo>
                      <a:pt x="38479" y="0"/>
                    </a:lnTo>
                    <a:lnTo>
                      <a:pt x="3847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29C8C395-2AF1-46B6-92F1-1AD6DAC9263D}"/>
                  </a:ext>
                </a:extLst>
              </p:cNvPr>
              <p:cNvSpPr/>
              <p:nvPr/>
            </p:nvSpPr>
            <p:spPr>
              <a:xfrm>
                <a:off x="2101455" y="9616707"/>
                <a:ext cx="10980" cy="48708"/>
              </a:xfrm>
              <a:custGeom>
                <a:avLst/>
                <a:gdLst>
                  <a:gd name="connsiteX0" fmla="*/ 0 w 10980"/>
                  <a:gd name="connsiteY0" fmla="*/ 0 h 48708"/>
                  <a:gd name="connsiteX1" fmla="*/ 10980 w 10980"/>
                  <a:gd name="connsiteY1" fmla="*/ 0 h 48708"/>
                  <a:gd name="connsiteX2" fmla="*/ 10980 w 10980"/>
                  <a:gd name="connsiteY2" fmla="*/ 48709 h 48708"/>
                  <a:gd name="connsiteX3" fmla="*/ 0 w 10980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8708">
                    <a:moveTo>
                      <a:pt x="0" y="0"/>
                    </a:moveTo>
                    <a:lnTo>
                      <a:pt x="10980" y="0"/>
                    </a:lnTo>
                    <a:lnTo>
                      <a:pt x="10980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933933AF-9647-7655-31C7-61D11FFCBD43}"/>
                  </a:ext>
                </a:extLst>
              </p:cNvPr>
              <p:cNvSpPr/>
              <p:nvPr/>
            </p:nvSpPr>
            <p:spPr>
              <a:xfrm>
                <a:off x="2175972" y="9616707"/>
                <a:ext cx="38478" cy="48708"/>
              </a:xfrm>
              <a:custGeom>
                <a:avLst/>
                <a:gdLst>
                  <a:gd name="connsiteX0" fmla="*/ 0 w 38478"/>
                  <a:gd name="connsiteY0" fmla="*/ 0 h 48708"/>
                  <a:gd name="connsiteX1" fmla="*/ 38479 w 38478"/>
                  <a:gd name="connsiteY1" fmla="*/ 0 h 48708"/>
                  <a:gd name="connsiteX2" fmla="*/ 38479 w 38478"/>
                  <a:gd name="connsiteY2" fmla="*/ 48709 h 48708"/>
                  <a:gd name="connsiteX3" fmla="*/ 0 w 38478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478" h="48708">
                    <a:moveTo>
                      <a:pt x="0" y="0"/>
                    </a:moveTo>
                    <a:lnTo>
                      <a:pt x="38479" y="0"/>
                    </a:lnTo>
                    <a:lnTo>
                      <a:pt x="3847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53CBA0AB-D699-9C60-9624-3C1B3A0CAE2C}"/>
                  </a:ext>
                </a:extLst>
              </p:cNvPr>
              <p:cNvSpPr/>
              <p:nvPr/>
            </p:nvSpPr>
            <p:spPr>
              <a:xfrm>
                <a:off x="2261564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CF2A6269-6CE1-2D43-D3A3-DAACFB1F7E6A}"/>
                  </a:ext>
                </a:extLst>
              </p:cNvPr>
              <p:cNvSpPr/>
              <p:nvPr/>
            </p:nvSpPr>
            <p:spPr>
              <a:xfrm>
                <a:off x="2603838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825F9E5A-FAEC-6A0E-406E-8C6786680DD6}"/>
                  </a:ext>
                </a:extLst>
              </p:cNvPr>
              <p:cNvSpPr/>
              <p:nvPr/>
            </p:nvSpPr>
            <p:spPr>
              <a:xfrm>
                <a:off x="2961504" y="9616707"/>
                <a:ext cx="15391" cy="48708"/>
              </a:xfrm>
              <a:custGeom>
                <a:avLst/>
                <a:gdLst>
                  <a:gd name="connsiteX0" fmla="*/ 0 w 15391"/>
                  <a:gd name="connsiteY0" fmla="*/ 0 h 48708"/>
                  <a:gd name="connsiteX1" fmla="*/ 15392 w 15391"/>
                  <a:gd name="connsiteY1" fmla="*/ 0 h 48708"/>
                  <a:gd name="connsiteX2" fmla="*/ 15392 w 15391"/>
                  <a:gd name="connsiteY2" fmla="*/ 48709 h 48708"/>
                  <a:gd name="connsiteX3" fmla="*/ 0 w 1539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4870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D70F6251-E77F-5492-1CB1-AF4F0289A32C}"/>
                  </a:ext>
                </a:extLst>
              </p:cNvPr>
              <p:cNvSpPr/>
              <p:nvPr/>
            </p:nvSpPr>
            <p:spPr>
              <a:xfrm>
                <a:off x="3117203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3FB1A0B-01E8-67FF-3A15-E31558E0D6FB}"/>
                  </a:ext>
                </a:extLst>
              </p:cNvPr>
              <p:cNvSpPr/>
              <p:nvPr/>
            </p:nvSpPr>
            <p:spPr>
              <a:xfrm>
                <a:off x="480087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2 w 15391"/>
                  <a:gd name="connsiteY1" fmla="*/ 0 h 97511"/>
                  <a:gd name="connsiteX2" fmla="*/ 15392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8F9E9AEF-BE97-EAD4-A172-6381BF9F8FBE}"/>
                  </a:ext>
                </a:extLst>
              </p:cNvPr>
              <p:cNvSpPr/>
              <p:nvPr/>
            </p:nvSpPr>
            <p:spPr>
              <a:xfrm>
                <a:off x="565585" y="9470487"/>
                <a:ext cx="15391" cy="194928"/>
              </a:xfrm>
              <a:custGeom>
                <a:avLst/>
                <a:gdLst>
                  <a:gd name="connsiteX0" fmla="*/ 0 w 15391"/>
                  <a:gd name="connsiteY0" fmla="*/ 0 h 194928"/>
                  <a:gd name="connsiteX1" fmla="*/ 15392 w 15391"/>
                  <a:gd name="connsiteY1" fmla="*/ 0 h 194928"/>
                  <a:gd name="connsiteX2" fmla="*/ 15392 w 15391"/>
                  <a:gd name="connsiteY2" fmla="*/ 194928 h 194928"/>
                  <a:gd name="connsiteX3" fmla="*/ 0 w 1539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9492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914C6396-4D03-71C3-2284-B1F219BC0503}"/>
                  </a:ext>
                </a:extLst>
              </p:cNvPr>
              <p:cNvSpPr/>
              <p:nvPr/>
            </p:nvSpPr>
            <p:spPr>
              <a:xfrm>
                <a:off x="651177" y="9031828"/>
                <a:ext cx="15391" cy="633681"/>
              </a:xfrm>
              <a:custGeom>
                <a:avLst/>
                <a:gdLst>
                  <a:gd name="connsiteX0" fmla="*/ 0 w 15391"/>
                  <a:gd name="connsiteY0" fmla="*/ 0 h 633681"/>
                  <a:gd name="connsiteX1" fmla="*/ 15392 w 15391"/>
                  <a:gd name="connsiteY1" fmla="*/ 0 h 633681"/>
                  <a:gd name="connsiteX2" fmla="*/ 15392 w 15391"/>
                  <a:gd name="connsiteY2" fmla="*/ 633681 h 633681"/>
                  <a:gd name="connsiteX3" fmla="*/ 0 w 15391"/>
                  <a:gd name="connsiteY3" fmla="*/ 633681 h 633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63368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633681"/>
                    </a:lnTo>
                    <a:lnTo>
                      <a:pt x="0" y="63368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D30BBD09-FADE-C210-FF52-AE5849ABA595}"/>
                  </a:ext>
                </a:extLst>
              </p:cNvPr>
              <p:cNvSpPr/>
              <p:nvPr/>
            </p:nvSpPr>
            <p:spPr>
              <a:xfrm>
                <a:off x="746999" y="9616707"/>
                <a:ext cx="12857" cy="48708"/>
              </a:xfrm>
              <a:custGeom>
                <a:avLst/>
                <a:gdLst>
                  <a:gd name="connsiteX0" fmla="*/ 0 w 12857"/>
                  <a:gd name="connsiteY0" fmla="*/ 0 h 48708"/>
                  <a:gd name="connsiteX1" fmla="*/ 12858 w 12857"/>
                  <a:gd name="connsiteY1" fmla="*/ 0 h 48708"/>
                  <a:gd name="connsiteX2" fmla="*/ 12858 w 12857"/>
                  <a:gd name="connsiteY2" fmla="*/ 48709 h 48708"/>
                  <a:gd name="connsiteX3" fmla="*/ 0 w 12857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48708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1480C402-19E0-F0FC-E746-929A04FCE45F}"/>
                  </a:ext>
                </a:extLst>
              </p:cNvPr>
              <p:cNvSpPr/>
              <p:nvPr/>
            </p:nvSpPr>
            <p:spPr>
              <a:xfrm>
                <a:off x="828931" y="9470487"/>
                <a:ext cx="10980" cy="194928"/>
              </a:xfrm>
              <a:custGeom>
                <a:avLst/>
                <a:gdLst>
                  <a:gd name="connsiteX0" fmla="*/ 0 w 10980"/>
                  <a:gd name="connsiteY0" fmla="*/ 0 h 194928"/>
                  <a:gd name="connsiteX1" fmla="*/ 10981 w 10980"/>
                  <a:gd name="connsiteY1" fmla="*/ 0 h 194928"/>
                  <a:gd name="connsiteX2" fmla="*/ 10981 w 10980"/>
                  <a:gd name="connsiteY2" fmla="*/ 194928 h 194928"/>
                  <a:gd name="connsiteX3" fmla="*/ 0 w 10980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19492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BBE26916-6844-2EE5-BA78-71565868B217}"/>
                  </a:ext>
                </a:extLst>
              </p:cNvPr>
              <p:cNvSpPr/>
              <p:nvPr/>
            </p:nvSpPr>
            <p:spPr>
              <a:xfrm>
                <a:off x="907859" y="9616707"/>
                <a:ext cx="15391" cy="48708"/>
              </a:xfrm>
              <a:custGeom>
                <a:avLst/>
                <a:gdLst>
                  <a:gd name="connsiteX0" fmla="*/ 0 w 15391"/>
                  <a:gd name="connsiteY0" fmla="*/ 0 h 48708"/>
                  <a:gd name="connsiteX1" fmla="*/ 15392 w 15391"/>
                  <a:gd name="connsiteY1" fmla="*/ 0 h 48708"/>
                  <a:gd name="connsiteX2" fmla="*/ 15392 w 15391"/>
                  <a:gd name="connsiteY2" fmla="*/ 48709 h 48708"/>
                  <a:gd name="connsiteX3" fmla="*/ 0 w 1539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4870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C5F5E4EC-1979-B1C4-7CBA-FF9D4D7F7C8A}"/>
                  </a:ext>
                </a:extLst>
              </p:cNvPr>
              <p:cNvSpPr/>
              <p:nvPr/>
            </p:nvSpPr>
            <p:spPr>
              <a:xfrm>
                <a:off x="1003681" y="9080537"/>
                <a:ext cx="12857" cy="584878"/>
              </a:xfrm>
              <a:custGeom>
                <a:avLst/>
                <a:gdLst>
                  <a:gd name="connsiteX0" fmla="*/ 0 w 12857"/>
                  <a:gd name="connsiteY0" fmla="*/ 0 h 584878"/>
                  <a:gd name="connsiteX1" fmla="*/ 12858 w 12857"/>
                  <a:gd name="connsiteY1" fmla="*/ 0 h 584878"/>
                  <a:gd name="connsiteX2" fmla="*/ 12858 w 12857"/>
                  <a:gd name="connsiteY2" fmla="*/ 584878 h 584878"/>
                  <a:gd name="connsiteX3" fmla="*/ 0 w 12857"/>
                  <a:gd name="connsiteY3" fmla="*/ 584878 h 584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584878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584878"/>
                    </a:lnTo>
                    <a:lnTo>
                      <a:pt x="0" y="584878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4392843D-DC01-3202-03DB-3C2B67A60816}"/>
                  </a:ext>
                </a:extLst>
              </p:cNvPr>
              <p:cNvSpPr/>
              <p:nvPr/>
            </p:nvSpPr>
            <p:spPr>
              <a:xfrm>
                <a:off x="1079043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2 w 15391"/>
                  <a:gd name="connsiteY1" fmla="*/ 0 h 97511"/>
                  <a:gd name="connsiteX2" fmla="*/ 15392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44A26011-579D-498A-2F3C-DCDBBC175EB1}"/>
                  </a:ext>
                </a:extLst>
              </p:cNvPr>
              <p:cNvSpPr/>
              <p:nvPr/>
            </p:nvSpPr>
            <p:spPr>
              <a:xfrm>
                <a:off x="1160224" y="9567998"/>
                <a:ext cx="10980" cy="97511"/>
              </a:xfrm>
              <a:custGeom>
                <a:avLst/>
                <a:gdLst>
                  <a:gd name="connsiteX0" fmla="*/ 0 w 10980"/>
                  <a:gd name="connsiteY0" fmla="*/ 0 h 97511"/>
                  <a:gd name="connsiteX1" fmla="*/ 10981 w 10980"/>
                  <a:gd name="connsiteY1" fmla="*/ 0 h 97511"/>
                  <a:gd name="connsiteX2" fmla="*/ 10981 w 10980"/>
                  <a:gd name="connsiteY2" fmla="*/ 97511 h 97511"/>
                  <a:gd name="connsiteX3" fmla="*/ 0 w 10980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97511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07DB8E50-4F2F-AFF0-D406-AF59DA333ADE}"/>
                  </a:ext>
                </a:extLst>
              </p:cNvPr>
              <p:cNvSpPr/>
              <p:nvPr/>
            </p:nvSpPr>
            <p:spPr>
              <a:xfrm>
                <a:off x="1250133" y="9519196"/>
                <a:ext cx="15391" cy="146219"/>
              </a:xfrm>
              <a:custGeom>
                <a:avLst/>
                <a:gdLst>
                  <a:gd name="connsiteX0" fmla="*/ 0 w 15391"/>
                  <a:gd name="connsiteY0" fmla="*/ 0 h 146219"/>
                  <a:gd name="connsiteX1" fmla="*/ 15392 w 15391"/>
                  <a:gd name="connsiteY1" fmla="*/ 0 h 146219"/>
                  <a:gd name="connsiteX2" fmla="*/ 15392 w 15391"/>
                  <a:gd name="connsiteY2" fmla="*/ 146220 h 146219"/>
                  <a:gd name="connsiteX3" fmla="*/ 0 w 1539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46219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F27D84DC-F675-F586-90EB-ED417D9BAD57}"/>
                  </a:ext>
                </a:extLst>
              </p:cNvPr>
              <p:cNvSpPr/>
              <p:nvPr/>
            </p:nvSpPr>
            <p:spPr>
              <a:xfrm>
                <a:off x="1339573" y="9616707"/>
                <a:ext cx="19239" cy="48708"/>
              </a:xfrm>
              <a:custGeom>
                <a:avLst/>
                <a:gdLst>
                  <a:gd name="connsiteX0" fmla="*/ 0 w 19239"/>
                  <a:gd name="connsiteY0" fmla="*/ 0 h 48708"/>
                  <a:gd name="connsiteX1" fmla="*/ 19239 w 19239"/>
                  <a:gd name="connsiteY1" fmla="*/ 0 h 48708"/>
                  <a:gd name="connsiteX2" fmla="*/ 19239 w 19239"/>
                  <a:gd name="connsiteY2" fmla="*/ 48709 h 48708"/>
                  <a:gd name="connsiteX3" fmla="*/ 0 w 19239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48708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0A010737-8DC9-C7F6-4AB1-829E7F89367E}"/>
                  </a:ext>
                </a:extLst>
              </p:cNvPr>
              <p:cNvSpPr/>
              <p:nvPr/>
            </p:nvSpPr>
            <p:spPr>
              <a:xfrm>
                <a:off x="1405926" y="9567998"/>
                <a:ext cx="25715" cy="97511"/>
              </a:xfrm>
              <a:custGeom>
                <a:avLst/>
                <a:gdLst>
                  <a:gd name="connsiteX0" fmla="*/ 0 w 25715"/>
                  <a:gd name="connsiteY0" fmla="*/ 0 h 97511"/>
                  <a:gd name="connsiteX1" fmla="*/ 25715 w 25715"/>
                  <a:gd name="connsiteY1" fmla="*/ 0 h 97511"/>
                  <a:gd name="connsiteX2" fmla="*/ 25715 w 25715"/>
                  <a:gd name="connsiteY2" fmla="*/ 97511 h 97511"/>
                  <a:gd name="connsiteX3" fmla="*/ 0 w 25715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97511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92E9B8BB-99B1-94B9-81C3-645F0E8759BF}"/>
                  </a:ext>
                </a:extLst>
              </p:cNvPr>
              <p:cNvSpPr/>
              <p:nvPr/>
            </p:nvSpPr>
            <p:spPr>
              <a:xfrm>
                <a:off x="1681847" y="9324267"/>
                <a:ext cx="9666" cy="341241"/>
              </a:xfrm>
              <a:custGeom>
                <a:avLst/>
                <a:gdLst>
                  <a:gd name="connsiteX0" fmla="*/ 0 w 9666"/>
                  <a:gd name="connsiteY0" fmla="*/ 0 h 341241"/>
                  <a:gd name="connsiteX1" fmla="*/ 9667 w 9666"/>
                  <a:gd name="connsiteY1" fmla="*/ 0 h 341241"/>
                  <a:gd name="connsiteX2" fmla="*/ 9667 w 9666"/>
                  <a:gd name="connsiteY2" fmla="*/ 341242 h 341241"/>
                  <a:gd name="connsiteX3" fmla="*/ 0 w 9666"/>
                  <a:gd name="connsiteY3" fmla="*/ 341242 h 341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6" h="341241">
                    <a:moveTo>
                      <a:pt x="0" y="0"/>
                    </a:moveTo>
                    <a:lnTo>
                      <a:pt x="9667" y="0"/>
                    </a:lnTo>
                    <a:lnTo>
                      <a:pt x="9667" y="341242"/>
                    </a:lnTo>
                    <a:lnTo>
                      <a:pt x="0" y="341242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0E19F0ED-E6A9-4A5A-A023-71556303C823}"/>
                  </a:ext>
                </a:extLst>
              </p:cNvPr>
              <p:cNvSpPr/>
              <p:nvPr/>
            </p:nvSpPr>
            <p:spPr>
              <a:xfrm>
                <a:off x="2030503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4BD6F322-4579-1E38-2DD2-1EBFB3C614E3}"/>
                  </a:ext>
                </a:extLst>
              </p:cNvPr>
              <p:cNvSpPr/>
              <p:nvPr/>
            </p:nvSpPr>
            <p:spPr>
              <a:xfrm>
                <a:off x="2112435" y="9324267"/>
                <a:ext cx="10980" cy="341241"/>
              </a:xfrm>
              <a:custGeom>
                <a:avLst/>
                <a:gdLst>
                  <a:gd name="connsiteX0" fmla="*/ 0 w 10980"/>
                  <a:gd name="connsiteY0" fmla="*/ 0 h 341241"/>
                  <a:gd name="connsiteX1" fmla="*/ 10981 w 10980"/>
                  <a:gd name="connsiteY1" fmla="*/ 0 h 341241"/>
                  <a:gd name="connsiteX2" fmla="*/ 10981 w 10980"/>
                  <a:gd name="connsiteY2" fmla="*/ 341242 h 341241"/>
                  <a:gd name="connsiteX3" fmla="*/ 0 w 10980"/>
                  <a:gd name="connsiteY3" fmla="*/ 341242 h 341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341241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341242"/>
                    </a:lnTo>
                    <a:lnTo>
                      <a:pt x="0" y="341242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BB8AB136-CF76-86D7-D2C5-98EB2CED6667}"/>
                  </a:ext>
                </a:extLst>
              </p:cNvPr>
              <p:cNvSpPr/>
              <p:nvPr/>
            </p:nvSpPr>
            <p:spPr>
              <a:xfrm>
                <a:off x="2385635" y="9616707"/>
                <a:ext cx="38478" cy="48708"/>
              </a:xfrm>
              <a:custGeom>
                <a:avLst/>
                <a:gdLst>
                  <a:gd name="connsiteX0" fmla="*/ 0 w 38478"/>
                  <a:gd name="connsiteY0" fmla="*/ 0 h 48708"/>
                  <a:gd name="connsiteX1" fmla="*/ 38479 w 38478"/>
                  <a:gd name="connsiteY1" fmla="*/ 0 h 48708"/>
                  <a:gd name="connsiteX2" fmla="*/ 38479 w 38478"/>
                  <a:gd name="connsiteY2" fmla="*/ 48709 h 48708"/>
                  <a:gd name="connsiteX3" fmla="*/ 0 w 38478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478" h="48708">
                    <a:moveTo>
                      <a:pt x="0" y="0"/>
                    </a:moveTo>
                    <a:lnTo>
                      <a:pt x="38479" y="0"/>
                    </a:lnTo>
                    <a:lnTo>
                      <a:pt x="3847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214BD0AE-6E62-D303-E2E7-3A3F0AC0718F}"/>
                  </a:ext>
                </a:extLst>
              </p:cNvPr>
              <p:cNvSpPr/>
              <p:nvPr/>
            </p:nvSpPr>
            <p:spPr>
              <a:xfrm>
                <a:off x="2432654" y="9616707"/>
                <a:ext cx="19239" cy="48708"/>
              </a:xfrm>
              <a:custGeom>
                <a:avLst/>
                <a:gdLst>
                  <a:gd name="connsiteX0" fmla="*/ 0 w 19239"/>
                  <a:gd name="connsiteY0" fmla="*/ 0 h 48708"/>
                  <a:gd name="connsiteX1" fmla="*/ 19239 w 19239"/>
                  <a:gd name="connsiteY1" fmla="*/ 0 h 48708"/>
                  <a:gd name="connsiteX2" fmla="*/ 19239 w 19239"/>
                  <a:gd name="connsiteY2" fmla="*/ 48709 h 48708"/>
                  <a:gd name="connsiteX3" fmla="*/ 0 w 19239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48708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58EB3DFF-7F29-5DBB-B0B4-E73CE329262F}"/>
                  </a:ext>
                </a:extLst>
              </p:cNvPr>
              <p:cNvSpPr/>
              <p:nvPr/>
            </p:nvSpPr>
            <p:spPr>
              <a:xfrm>
                <a:off x="2629460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315EB99A-35E8-EA52-98AB-8E864812E44D}"/>
                  </a:ext>
                </a:extLst>
              </p:cNvPr>
              <p:cNvSpPr/>
              <p:nvPr/>
            </p:nvSpPr>
            <p:spPr>
              <a:xfrm>
                <a:off x="2689430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297BE29A-7A21-A795-21DC-8CFEBDEE8C0B}"/>
                  </a:ext>
                </a:extLst>
              </p:cNvPr>
              <p:cNvSpPr/>
              <p:nvPr/>
            </p:nvSpPr>
            <p:spPr>
              <a:xfrm>
                <a:off x="2860520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5832C9C0-A127-7FBF-8ACE-E25E7BFCC9C4}"/>
                  </a:ext>
                </a:extLst>
              </p:cNvPr>
              <p:cNvSpPr/>
              <p:nvPr/>
            </p:nvSpPr>
            <p:spPr>
              <a:xfrm>
                <a:off x="2976895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2 w 15391"/>
                  <a:gd name="connsiteY1" fmla="*/ 0 h 97511"/>
                  <a:gd name="connsiteX2" fmla="*/ 15392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BC4D9643-D3AB-3ED7-A8A8-94DDFECFCE3D}"/>
                  </a:ext>
                </a:extLst>
              </p:cNvPr>
              <p:cNvSpPr/>
              <p:nvPr/>
            </p:nvSpPr>
            <p:spPr>
              <a:xfrm>
                <a:off x="3142918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8DC91B98-D17E-4091-5B58-11AF20A04051}"/>
                  </a:ext>
                </a:extLst>
              </p:cNvPr>
              <p:cNvSpPr/>
              <p:nvPr/>
            </p:nvSpPr>
            <p:spPr>
              <a:xfrm>
                <a:off x="495479" y="9519196"/>
                <a:ext cx="15391" cy="146219"/>
              </a:xfrm>
              <a:custGeom>
                <a:avLst/>
                <a:gdLst>
                  <a:gd name="connsiteX0" fmla="*/ 0 w 15391"/>
                  <a:gd name="connsiteY0" fmla="*/ 0 h 146219"/>
                  <a:gd name="connsiteX1" fmla="*/ 15392 w 15391"/>
                  <a:gd name="connsiteY1" fmla="*/ 0 h 146219"/>
                  <a:gd name="connsiteX2" fmla="*/ 15392 w 15391"/>
                  <a:gd name="connsiteY2" fmla="*/ 146220 h 146219"/>
                  <a:gd name="connsiteX3" fmla="*/ 0 w 1539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46219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BAE2504E-A60D-920B-1C56-FF2D16E6F92F}"/>
                  </a:ext>
                </a:extLst>
              </p:cNvPr>
              <p:cNvSpPr/>
              <p:nvPr/>
            </p:nvSpPr>
            <p:spPr>
              <a:xfrm>
                <a:off x="580977" y="9275559"/>
                <a:ext cx="15391" cy="389950"/>
              </a:xfrm>
              <a:custGeom>
                <a:avLst/>
                <a:gdLst>
                  <a:gd name="connsiteX0" fmla="*/ 0 w 15391"/>
                  <a:gd name="connsiteY0" fmla="*/ 0 h 389950"/>
                  <a:gd name="connsiteX1" fmla="*/ 15392 w 15391"/>
                  <a:gd name="connsiteY1" fmla="*/ 0 h 389950"/>
                  <a:gd name="connsiteX2" fmla="*/ 15392 w 15391"/>
                  <a:gd name="connsiteY2" fmla="*/ 389950 h 389950"/>
                  <a:gd name="connsiteX3" fmla="*/ 0 w 15391"/>
                  <a:gd name="connsiteY3" fmla="*/ 389950 h 389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389950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389950"/>
                    </a:lnTo>
                    <a:lnTo>
                      <a:pt x="0" y="389950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6B6C47E1-1488-3CDD-C475-0DBAB491BD21}"/>
                  </a:ext>
                </a:extLst>
              </p:cNvPr>
              <p:cNvSpPr/>
              <p:nvPr/>
            </p:nvSpPr>
            <p:spPr>
              <a:xfrm>
                <a:off x="666569" y="8934317"/>
                <a:ext cx="15391" cy="731098"/>
              </a:xfrm>
              <a:custGeom>
                <a:avLst/>
                <a:gdLst>
                  <a:gd name="connsiteX0" fmla="*/ 0 w 15391"/>
                  <a:gd name="connsiteY0" fmla="*/ 0 h 731098"/>
                  <a:gd name="connsiteX1" fmla="*/ 15392 w 15391"/>
                  <a:gd name="connsiteY1" fmla="*/ 0 h 731098"/>
                  <a:gd name="connsiteX2" fmla="*/ 15392 w 15391"/>
                  <a:gd name="connsiteY2" fmla="*/ 731098 h 731098"/>
                  <a:gd name="connsiteX3" fmla="*/ 0 w 15391"/>
                  <a:gd name="connsiteY3" fmla="*/ 731098 h 73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73109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731098"/>
                    </a:lnTo>
                    <a:lnTo>
                      <a:pt x="0" y="731098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6B2F07B0-AEBE-A1F3-823E-FDC80963C2EF}"/>
                  </a:ext>
                </a:extLst>
              </p:cNvPr>
              <p:cNvSpPr/>
              <p:nvPr/>
            </p:nvSpPr>
            <p:spPr>
              <a:xfrm>
                <a:off x="759857" y="9470487"/>
                <a:ext cx="12857" cy="194928"/>
              </a:xfrm>
              <a:custGeom>
                <a:avLst/>
                <a:gdLst>
                  <a:gd name="connsiteX0" fmla="*/ 0 w 12857"/>
                  <a:gd name="connsiteY0" fmla="*/ 0 h 194928"/>
                  <a:gd name="connsiteX1" fmla="*/ 12858 w 12857"/>
                  <a:gd name="connsiteY1" fmla="*/ 0 h 194928"/>
                  <a:gd name="connsiteX2" fmla="*/ 12858 w 12857"/>
                  <a:gd name="connsiteY2" fmla="*/ 194928 h 194928"/>
                  <a:gd name="connsiteX3" fmla="*/ 0 w 12857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194928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585D7143-5417-C730-5DD1-8A4A7F376702}"/>
                  </a:ext>
                </a:extLst>
              </p:cNvPr>
              <p:cNvSpPr/>
              <p:nvPr/>
            </p:nvSpPr>
            <p:spPr>
              <a:xfrm>
                <a:off x="839911" y="9567998"/>
                <a:ext cx="10980" cy="97511"/>
              </a:xfrm>
              <a:custGeom>
                <a:avLst/>
                <a:gdLst>
                  <a:gd name="connsiteX0" fmla="*/ 0 w 10980"/>
                  <a:gd name="connsiteY0" fmla="*/ 0 h 97511"/>
                  <a:gd name="connsiteX1" fmla="*/ 10981 w 10980"/>
                  <a:gd name="connsiteY1" fmla="*/ 0 h 97511"/>
                  <a:gd name="connsiteX2" fmla="*/ 10981 w 10980"/>
                  <a:gd name="connsiteY2" fmla="*/ 97511 h 97511"/>
                  <a:gd name="connsiteX3" fmla="*/ 0 w 10980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97511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F427503A-AA67-87B4-5B1A-2956E8A8A049}"/>
                  </a:ext>
                </a:extLst>
              </p:cNvPr>
              <p:cNvSpPr/>
              <p:nvPr/>
            </p:nvSpPr>
            <p:spPr>
              <a:xfrm>
                <a:off x="923251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2 w 15391"/>
                  <a:gd name="connsiteY1" fmla="*/ 0 h 97511"/>
                  <a:gd name="connsiteX2" fmla="*/ 15392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70D6F827-F7AF-F8CA-F841-B2D9603DD584}"/>
                  </a:ext>
                </a:extLst>
              </p:cNvPr>
              <p:cNvSpPr/>
              <p:nvPr/>
            </p:nvSpPr>
            <p:spPr>
              <a:xfrm>
                <a:off x="1016539" y="9080537"/>
                <a:ext cx="12857" cy="584878"/>
              </a:xfrm>
              <a:custGeom>
                <a:avLst/>
                <a:gdLst>
                  <a:gd name="connsiteX0" fmla="*/ 0 w 12857"/>
                  <a:gd name="connsiteY0" fmla="*/ 0 h 584878"/>
                  <a:gd name="connsiteX1" fmla="*/ 12858 w 12857"/>
                  <a:gd name="connsiteY1" fmla="*/ 0 h 584878"/>
                  <a:gd name="connsiteX2" fmla="*/ 12858 w 12857"/>
                  <a:gd name="connsiteY2" fmla="*/ 584878 h 584878"/>
                  <a:gd name="connsiteX3" fmla="*/ 0 w 12857"/>
                  <a:gd name="connsiteY3" fmla="*/ 584878 h 584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584878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584878"/>
                    </a:lnTo>
                    <a:lnTo>
                      <a:pt x="0" y="584878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BCFFAD6C-840B-7DBE-DADA-FC7B7C0CB976}"/>
                  </a:ext>
                </a:extLst>
              </p:cNvPr>
              <p:cNvSpPr/>
              <p:nvPr/>
            </p:nvSpPr>
            <p:spPr>
              <a:xfrm>
                <a:off x="1094435" y="9421779"/>
                <a:ext cx="15391" cy="243730"/>
              </a:xfrm>
              <a:custGeom>
                <a:avLst/>
                <a:gdLst>
                  <a:gd name="connsiteX0" fmla="*/ 0 w 15391"/>
                  <a:gd name="connsiteY0" fmla="*/ 0 h 243730"/>
                  <a:gd name="connsiteX1" fmla="*/ 15392 w 15391"/>
                  <a:gd name="connsiteY1" fmla="*/ 0 h 243730"/>
                  <a:gd name="connsiteX2" fmla="*/ 15392 w 15391"/>
                  <a:gd name="connsiteY2" fmla="*/ 243731 h 243730"/>
                  <a:gd name="connsiteX3" fmla="*/ 0 w 15391"/>
                  <a:gd name="connsiteY3" fmla="*/ 243731 h 243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243730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243731"/>
                    </a:lnTo>
                    <a:lnTo>
                      <a:pt x="0" y="24373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43FBD92A-9EAA-762C-0371-6C2D8E78983F}"/>
                  </a:ext>
                </a:extLst>
              </p:cNvPr>
              <p:cNvSpPr/>
              <p:nvPr/>
            </p:nvSpPr>
            <p:spPr>
              <a:xfrm>
                <a:off x="1171205" y="9470487"/>
                <a:ext cx="10980" cy="194928"/>
              </a:xfrm>
              <a:custGeom>
                <a:avLst/>
                <a:gdLst>
                  <a:gd name="connsiteX0" fmla="*/ 0 w 10980"/>
                  <a:gd name="connsiteY0" fmla="*/ 0 h 194928"/>
                  <a:gd name="connsiteX1" fmla="*/ 10981 w 10980"/>
                  <a:gd name="connsiteY1" fmla="*/ 0 h 194928"/>
                  <a:gd name="connsiteX2" fmla="*/ 10981 w 10980"/>
                  <a:gd name="connsiteY2" fmla="*/ 194928 h 194928"/>
                  <a:gd name="connsiteX3" fmla="*/ 0 w 10980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19492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3259496E-6B0C-8BC8-414F-56739FF76C68}"/>
                  </a:ext>
                </a:extLst>
              </p:cNvPr>
              <p:cNvSpPr/>
              <p:nvPr/>
            </p:nvSpPr>
            <p:spPr>
              <a:xfrm>
                <a:off x="1265525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2 w 15391"/>
                  <a:gd name="connsiteY1" fmla="*/ 0 h 97511"/>
                  <a:gd name="connsiteX2" fmla="*/ 15392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DE98A91D-EA3F-1B9A-4DA7-9857FCE70FDA}"/>
                  </a:ext>
                </a:extLst>
              </p:cNvPr>
              <p:cNvSpPr/>
              <p:nvPr/>
            </p:nvSpPr>
            <p:spPr>
              <a:xfrm>
                <a:off x="1431547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4682E4CA-0A0E-ACEB-DB69-65FAA29761EF}"/>
                  </a:ext>
                </a:extLst>
              </p:cNvPr>
              <p:cNvSpPr/>
              <p:nvPr/>
            </p:nvSpPr>
            <p:spPr>
              <a:xfrm>
                <a:off x="1517139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D6E907AD-1CF5-87BD-C0F9-A1A3B83BF154}"/>
                  </a:ext>
                </a:extLst>
              </p:cNvPr>
              <p:cNvSpPr/>
              <p:nvPr/>
            </p:nvSpPr>
            <p:spPr>
              <a:xfrm>
                <a:off x="1691420" y="9567998"/>
                <a:ext cx="9666" cy="97511"/>
              </a:xfrm>
              <a:custGeom>
                <a:avLst/>
                <a:gdLst>
                  <a:gd name="connsiteX0" fmla="*/ 0 w 9666"/>
                  <a:gd name="connsiteY0" fmla="*/ 0 h 97511"/>
                  <a:gd name="connsiteX1" fmla="*/ 9667 w 9666"/>
                  <a:gd name="connsiteY1" fmla="*/ 0 h 97511"/>
                  <a:gd name="connsiteX2" fmla="*/ 9667 w 9666"/>
                  <a:gd name="connsiteY2" fmla="*/ 97511 h 97511"/>
                  <a:gd name="connsiteX3" fmla="*/ 0 w 9666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6" h="97511">
                    <a:moveTo>
                      <a:pt x="0" y="0"/>
                    </a:moveTo>
                    <a:lnTo>
                      <a:pt x="9667" y="0"/>
                    </a:lnTo>
                    <a:lnTo>
                      <a:pt x="9667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A1896DDC-C42D-610E-B85F-7618354BA4E5}"/>
                  </a:ext>
                </a:extLst>
              </p:cNvPr>
              <p:cNvSpPr/>
              <p:nvPr/>
            </p:nvSpPr>
            <p:spPr>
              <a:xfrm>
                <a:off x="2123416" y="8739389"/>
                <a:ext cx="10980" cy="926120"/>
              </a:xfrm>
              <a:custGeom>
                <a:avLst/>
                <a:gdLst>
                  <a:gd name="connsiteX0" fmla="*/ 0 w 10980"/>
                  <a:gd name="connsiteY0" fmla="*/ 0 h 926120"/>
                  <a:gd name="connsiteX1" fmla="*/ 10981 w 10980"/>
                  <a:gd name="connsiteY1" fmla="*/ 0 h 926120"/>
                  <a:gd name="connsiteX2" fmla="*/ 10981 w 10980"/>
                  <a:gd name="connsiteY2" fmla="*/ 926120 h 926120"/>
                  <a:gd name="connsiteX3" fmla="*/ 0 w 10980"/>
                  <a:gd name="connsiteY3" fmla="*/ 926120 h 926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926120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926120"/>
                    </a:lnTo>
                    <a:lnTo>
                      <a:pt x="0" y="926120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C3528594-66BA-E579-AE56-3DD9F9B5AB01}"/>
                  </a:ext>
                </a:extLst>
              </p:cNvPr>
              <p:cNvSpPr/>
              <p:nvPr/>
            </p:nvSpPr>
            <p:spPr>
              <a:xfrm>
                <a:off x="2451988" y="9616707"/>
                <a:ext cx="19239" cy="48708"/>
              </a:xfrm>
              <a:custGeom>
                <a:avLst/>
                <a:gdLst>
                  <a:gd name="connsiteX0" fmla="*/ 0 w 19239"/>
                  <a:gd name="connsiteY0" fmla="*/ 0 h 48708"/>
                  <a:gd name="connsiteX1" fmla="*/ 19239 w 19239"/>
                  <a:gd name="connsiteY1" fmla="*/ 0 h 48708"/>
                  <a:gd name="connsiteX2" fmla="*/ 19239 w 19239"/>
                  <a:gd name="connsiteY2" fmla="*/ 48709 h 48708"/>
                  <a:gd name="connsiteX3" fmla="*/ 0 w 19239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48708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B77C7678-1450-5396-ADFB-BD6189739D1E}"/>
                  </a:ext>
                </a:extLst>
              </p:cNvPr>
              <p:cNvSpPr/>
              <p:nvPr/>
            </p:nvSpPr>
            <p:spPr>
              <a:xfrm>
                <a:off x="2543961" y="9519196"/>
                <a:ext cx="25715" cy="146219"/>
              </a:xfrm>
              <a:custGeom>
                <a:avLst/>
                <a:gdLst>
                  <a:gd name="connsiteX0" fmla="*/ 0 w 25715"/>
                  <a:gd name="connsiteY0" fmla="*/ 0 h 146219"/>
                  <a:gd name="connsiteX1" fmla="*/ 25715 w 25715"/>
                  <a:gd name="connsiteY1" fmla="*/ 0 h 146219"/>
                  <a:gd name="connsiteX2" fmla="*/ 25715 w 25715"/>
                  <a:gd name="connsiteY2" fmla="*/ 146220 h 146219"/>
                  <a:gd name="connsiteX3" fmla="*/ 0 w 25715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146219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784D60C5-37B4-6639-8805-79693C37CFF7}"/>
                  </a:ext>
                </a:extLst>
              </p:cNvPr>
              <p:cNvSpPr/>
              <p:nvPr/>
            </p:nvSpPr>
            <p:spPr>
              <a:xfrm>
                <a:off x="2774928" y="9616707"/>
                <a:ext cx="38478" cy="48708"/>
              </a:xfrm>
              <a:custGeom>
                <a:avLst/>
                <a:gdLst>
                  <a:gd name="connsiteX0" fmla="*/ 0 w 38478"/>
                  <a:gd name="connsiteY0" fmla="*/ 0 h 48708"/>
                  <a:gd name="connsiteX1" fmla="*/ 38479 w 38478"/>
                  <a:gd name="connsiteY1" fmla="*/ 0 h 48708"/>
                  <a:gd name="connsiteX2" fmla="*/ 38479 w 38478"/>
                  <a:gd name="connsiteY2" fmla="*/ 48709 h 48708"/>
                  <a:gd name="connsiteX3" fmla="*/ 0 w 38478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478" h="48708">
                    <a:moveTo>
                      <a:pt x="0" y="0"/>
                    </a:moveTo>
                    <a:lnTo>
                      <a:pt x="38479" y="0"/>
                    </a:lnTo>
                    <a:lnTo>
                      <a:pt x="3847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F12F188E-74A6-1F10-19A0-D9AAFCFE4C97}"/>
                  </a:ext>
                </a:extLst>
              </p:cNvPr>
              <p:cNvSpPr/>
              <p:nvPr/>
            </p:nvSpPr>
            <p:spPr>
              <a:xfrm>
                <a:off x="1701087" y="9616707"/>
                <a:ext cx="9666" cy="48708"/>
              </a:xfrm>
              <a:custGeom>
                <a:avLst/>
                <a:gdLst>
                  <a:gd name="connsiteX0" fmla="*/ 0 w 9666"/>
                  <a:gd name="connsiteY0" fmla="*/ 0 h 48708"/>
                  <a:gd name="connsiteX1" fmla="*/ 9667 w 9666"/>
                  <a:gd name="connsiteY1" fmla="*/ 0 h 48708"/>
                  <a:gd name="connsiteX2" fmla="*/ 9667 w 9666"/>
                  <a:gd name="connsiteY2" fmla="*/ 48709 h 48708"/>
                  <a:gd name="connsiteX3" fmla="*/ 0 w 9666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6" h="48708">
                    <a:moveTo>
                      <a:pt x="0" y="0"/>
                    </a:moveTo>
                    <a:lnTo>
                      <a:pt x="9667" y="0"/>
                    </a:lnTo>
                    <a:lnTo>
                      <a:pt x="9667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16E9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84E4FFE1-B5E6-8DC6-9B23-FBEFED952CA2}"/>
                  </a:ext>
                </a:extLst>
              </p:cNvPr>
              <p:cNvSpPr/>
              <p:nvPr/>
            </p:nvSpPr>
            <p:spPr>
              <a:xfrm>
                <a:off x="2992287" y="9616707"/>
                <a:ext cx="15391" cy="48708"/>
              </a:xfrm>
              <a:custGeom>
                <a:avLst/>
                <a:gdLst>
                  <a:gd name="connsiteX0" fmla="*/ 0 w 15391"/>
                  <a:gd name="connsiteY0" fmla="*/ 0 h 48708"/>
                  <a:gd name="connsiteX1" fmla="*/ 15392 w 15391"/>
                  <a:gd name="connsiteY1" fmla="*/ 0 h 48708"/>
                  <a:gd name="connsiteX2" fmla="*/ 15392 w 15391"/>
                  <a:gd name="connsiteY2" fmla="*/ 48709 h 48708"/>
                  <a:gd name="connsiteX3" fmla="*/ 0 w 1539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4870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16E9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EBF5AA72-8B71-4B59-2326-011AAC3D89A3}"/>
                  </a:ext>
                </a:extLst>
              </p:cNvPr>
              <p:cNvSpPr/>
              <p:nvPr/>
            </p:nvSpPr>
            <p:spPr>
              <a:xfrm>
                <a:off x="2886236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CD7FD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5C22CFDE-07CE-6792-173C-D512B18045D7}"/>
                  </a:ext>
                </a:extLst>
              </p:cNvPr>
              <p:cNvSpPr/>
              <p:nvPr/>
            </p:nvSpPr>
            <p:spPr>
              <a:xfrm>
                <a:off x="510870" y="9470487"/>
                <a:ext cx="15391" cy="194928"/>
              </a:xfrm>
              <a:custGeom>
                <a:avLst/>
                <a:gdLst>
                  <a:gd name="connsiteX0" fmla="*/ 0 w 15391"/>
                  <a:gd name="connsiteY0" fmla="*/ 0 h 194928"/>
                  <a:gd name="connsiteX1" fmla="*/ 15392 w 15391"/>
                  <a:gd name="connsiteY1" fmla="*/ 0 h 194928"/>
                  <a:gd name="connsiteX2" fmla="*/ 15392 w 15391"/>
                  <a:gd name="connsiteY2" fmla="*/ 194928 h 194928"/>
                  <a:gd name="connsiteX3" fmla="*/ 0 w 1539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9492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04D20641-886C-5BB5-FB61-9BFA03AB7F92}"/>
                  </a:ext>
                </a:extLst>
              </p:cNvPr>
              <p:cNvSpPr/>
              <p:nvPr/>
            </p:nvSpPr>
            <p:spPr>
              <a:xfrm>
                <a:off x="596462" y="9616707"/>
                <a:ext cx="15391" cy="48708"/>
              </a:xfrm>
              <a:custGeom>
                <a:avLst/>
                <a:gdLst>
                  <a:gd name="connsiteX0" fmla="*/ 0 w 15391"/>
                  <a:gd name="connsiteY0" fmla="*/ 0 h 48708"/>
                  <a:gd name="connsiteX1" fmla="*/ 15392 w 15391"/>
                  <a:gd name="connsiteY1" fmla="*/ 0 h 48708"/>
                  <a:gd name="connsiteX2" fmla="*/ 15392 w 15391"/>
                  <a:gd name="connsiteY2" fmla="*/ 48709 h 48708"/>
                  <a:gd name="connsiteX3" fmla="*/ 0 w 1539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4870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068B8733-C85E-C6E3-99BB-2CED6931A757}"/>
                  </a:ext>
                </a:extLst>
              </p:cNvPr>
              <p:cNvSpPr/>
              <p:nvPr/>
            </p:nvSpPr>
            <p:spPr>
              <a:xfrm>
                <a:off x="681960" y="9519196"/>
                <a:ext cx="15391" cy="146219"/>
              </a:xfrm>
              <a:custGeom>
                <a:avLst/>
                <a:gdLst>
                  <a:gd name="connsiteX0" fmla="*/ 0 w 15391"/>
                  <a:gd name="connsiteY0" fmla="*/ 0 h 146219"/>
                  <a:gd name="connsiteX1" fmla="*/ 15392 w 15391"/>
                  <a:gd name="connsiteY1" fmla="*/ 0 h 146219"/>
                  <a:gd name="connsiteX2" fmla="*/ 15392 w 15391"/>
                  <a:gd name="connsiteY2" fmla="*/ 146220 h 146219"/>
                  <a:gd name="connsiteX3" fmla="*/ 0 w 1539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46219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E9C688E6-A50D-C1C7-0C23-E19BFB29B387}"/>
                  </a:ext>
                </a:extLst>
              </p:cNvPr>
              <p:cNvSpPr/>
              <p:nvPr/>
            </p:nvSpPr>
            <p:spPr>
              <a:xfrm>
                <a:off x="772714" y="9372976"/>
                <a:ext cx="12857" cy="292439"/>
              </a:xfrm>
              <a:custGeom>
                <a:avLst/>
                <a:gdLst>
                  <a:gd name="connsiteX0" fmla="*/ 0 w 12857"/>
                  <a:gd name="connsiteY0" fmla="*/ 0 h 292439"/>
                  <a:gd name="connsiteX1" fmla="*/ 12858 w 12857"/>
                  <a:gd name="connsiteY1" fmla="*/ 0 h 292439"/>
                  <a:gd name="connsiteX2" fmla="*/ 12858 w 12857"/>
                  <a:gd name="connsiteY2" fmla="*/ 292439 h 292439"/>
                  <a:gd name="connsiteX3" fmla="*/ 0 w 12857"/>
                  <a:gd name="connsiteY3" fmla="*/ 292439 h 29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292439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292439"/>
                    </a:lnTo>
                    <a:lnTo>
                      <a:pt x="0" y="29243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5F270563-D21E-56E6-E81E-E043F5EEA22D}"/>
                  </a:ext>
                </a:extLst>
              </p:cNvPr>
              <p:cNvSpPr/>
              <p:nvPr/>
            </p:nvSpPr>
            <p:spPr>
              <a:xfrm>
                <a:off x="850892" y="9519196"/>
                <a:ext cx="10980" cy="146219"/>
              </a:xfrm>
              <a:custGeom>
                <a:avLst/>
                <a:gdLst>
                  <a:gd name="connsiteX0" fmla="*/ 0 w 10980"/>
                  <a:gd name="connsiteY0" fmla="*/ 0 h 146219"/>
                  <a:gd name="connsiteX1" fmla="*/ 10981 w 10980"/>
                  <a:gd name="connsiteY1" fmla="*/ 0 h 146219"/>
                  <a:gd name="connsiteX2" fmla="*/ 10981 w 10980"/>
                  <a:gd name="connsiteY2" fmla="*/ 146220 h 146219"/>
                  <a:gd name="connsiteX3" fmla="*/ 0 w 10980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146219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DE135BD5-5C07-92E6-48C7-34A537DA381F}"/>
                  </a:ext>
                </a:extLst>
              </p:cNvPr>
              <p:cNvSpPr/>
              <p:nvPr/>
            </p:nvSpPr>
            <p:spPr>
              <a:xfrm>
                <a:off x="938642" y="9372976"/>
                <a:ext cx="15391" cy="292439"/>
              </a:xfrm>
              <a:custGeom>
                <a:avLst/>
                <a:gdLst>
                  <a:gd name="connsiteX0" fmla="*/ 0 w 15391"/>
                  <a:gd name="connsiteY0" fmla="*/ 0 h 292439"/>
                  <a:gd name="connsiteX1" fmla="*/ 15392 w 15391"/>
                  <a:gd name="connsiteY1" fmla="*/ 0 h 292439"/>
                  <a:gd name="connsiteX2" fmla="*/ 15392 w 15391"/>
                  <a:gd name="connsiteY2" fmla="*/ 292439 h 292439"/>
                  <a:gd name="connsiteX3" fmla="*/ 0 w 15391"/>
                  <a:gd name="connsiteY3" fmla="*/ 292439 h 29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292439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292439"/>
                    </a:lnTo>
                    <a:lnTo>
                      <a:pt x="0" y="29243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D57448FE-E3B5-6E47-1229-F587D0A3EFDD}"/>
                  </a:ext>
                </a:extLst>
              </p:cNvPr>
              <p:cNvSpPr/>
              <p:nvPr/>
            </p:nvSpPr>
            <p:spPr>
              <a:xfrm>
                <a:off x="1029396" y="8544367"/>
                <a:ext cx="12857" cy="1121048"/>
              </a:xfrm>
              <a:custGeom>
                <a:avLst/>
                <a:gdLst>
                  <a:gd name="connsiteX0" fmla="*/ 0 w 12857"/>
                  <a:gd name="connsiteY0" fmla="*/ 0 h 1121048"/>
                  <a:gd name="connsiteX1" fmla="*/ 12858 w 12857"/>
                  <a:gd name="connsiteY1" fmla="*/ 0 h 1121048"/>
                  <a:gd name="connsiteX2" fmla="*/ 12858 w 12857"/>
                  <a:gd name="connsiteY2" fmla="*/ 1121049 h 1121048"/>
                  <a:gd name="connsiteX3" fmla="*/ 0 w 12857"/>
                  <a:gd name="connsiteY3" fmla="*/ 1121049 h 1121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1121048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1121049"/>
                    </a:lnTo>
                    <a:lnTo>
                      <a:pt x="0" y="112104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37F3DD8B-D2A8-23CB-3B12-5309BC87C9DE}"/>
                  </a:ext>
                </a:extLst>
              </p:cNvPr>
              <p:cNvSpPr/>
              <p:nvPr/>
            </p:nvSpPr>
            <p:spPr>
              <a:xfrm>
                <a:off x="1109826" y="9470487"/>
                <a:ext cx="15391" cy="194928"/>
              </a:xfrm>
              <a:custGeom>
                <a:avLst/>
                <a:gdLst>
                  <a:gd name="connsiteX0" fmla="*/ 0 w 15391"/>
                  <a:gd name="connsiteY0" fmla="*/ 0 h 194928"/>
                  <a:gd name="connsiteX1" fmla="*/ 15392 w 15391"/>
                  <a:gd name="connsiteY1" fmla="*/ 0 h 194928"/>
                  <a:gd name="connsiteX2" fmla="*/ 15392 w 15391"/>
                  <a:gd name="connsiteY2" fmla="*/ 194928 h 194928"/>
                  <a:gd name="connsiteX3" fmla="*/ 0 w 1539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9492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3CECA931-EA69-B93C-0C10-78D5FE430714}"/>
                  </a:ext>
                </a:extLst>
              </p:cNvPr>
              <p:cNvSpPr/>
              <p:nvPr/>
            </p:nvSpPr>
            <p:spPr>
              <a:xfrm>
                <a:off x="1182185" y="9226756"/>
                <a:ext cx="10980" cy="438658"/>
              </a:xfrm>
              <a:custGeom>
                <a:avLst/>
                <a:gdLst>
                  <a:gd name="connsiteX0" fmla="*/ 0 w 10980"/>
                  <a:gd name="connsiteY0" fmla="*/ 0 h 438658"/>
                  <a:gd name="connsiteX1" fmla="*/ 10980 w 10980"/>
                  <a:gd name="connsiteY1" fmla="*/ 0 h 438658"/>
                  <a:gd name="connsiteX2" fmla="*/ 10980 w 10980"/>
                  <a:gd name="connsiteY2" fmla="*/ 438659 h 438658"/>
                  <a:gd name="connsiteX3" fmla="*/ 0 w 10980"/>
                  <a:gd name="connsiteY3" fmla="*/ 438659 h 438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38658">
                    <a:moveTo>
                      <a:pt x="0" y="0"/>
                    </a:moveTo>
                    <a:lnTo>
                      <a:pt x="10980" y="0"/>
                    </a:lnTo>
                    <a:lnTo>
                      <a:pt x="10980" y="438659"/>
                    </a:lnTo>
                    <a:lnTo>
                      <a:pt x="0" y="43865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49C393E0-0D03-0CBF-0EBA-FB165BBA9D05}"/>
                  </a:ext>
                </a:extLst>
              </p:cNvPr>
              <p:cNvSpPr/>
              <p:nvPr/>
            </p:nvSpPr>
            <p:spPr>
              <a:xfrm>
                <a:off x="1280917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2 w 15391"/>
                  <a:gd name="connsiteY1" fmla="*/ 0 h 97511"/>
                  <a:gd name="connsiteX2" fmla="*/ 15392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FA0F52B5-8EA4-129E-3080-1B3339E7524A}"/>
                  </a:ext>
                </a:extLst>
              </p:cNvPr>
              <p:cNvSpPr/>
              <p:nvPr/>
            </p:nvSpPr>
            <p:spPr>
              <a:xfrm>
                <a:off x="1358813" y="9567998"/>
                <a:ext cx="19239" cy="97511"/>
              </a:xfrm>
              <a:custGeom>
                <a:avLst/>
                <a:gdLst>
                  <a:gd name="connsiteX0" fmla="*/ 0 w 19239"/>
                  <a:gd name="connsiteY0" fmla="*/ 0 h 97511"/>
                  <a:gd name="connsiteX1" fmla="*/ 19239 w 19239"/>
                  <a:gd name="connsiteY1" fmla="*/ 0 h 97511"/>
                  <a:gd name="connsiteX2" fmla="*/ 19239 w 19239"/>
                  <a:gd name="connsiteY2" fmla="*/ 97511 h 97511"/>
                  <a:gd name="connsiteX3" fmla="*/ 0 w 19239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97511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754C183F-F06B-FE87-2CB2-B283621DE612}"/>
                  </a:ext>
                </a:extLst>
              </p:cNvPr>
              <p:cNvSpPr/>
              <p:nvPr/>
            </p:nvSpPr>
            <p:spPr>
              <a:xfrm>
                <a:off x="1457262" y="9470487"/>
                <a:ext cx="25715" cy="194928"/>
              </a:xfrm>
              <a:custGeom>
                <a:avLst/>
                <a:gdLst>
                  <a:gd name="connsiteX0" fmla="*/ 0 w 25715"/>
                  <a:gd name="connsiteY0" fmla="*/ 0 h 194928"/>
                  <a:gd name="connsiteX1" fmla="*/ 25715 w 25715"/>
                  <a:gd name="connsiteY1" fmla="*/ 0 h 194928"/>
                  <a:gd name="connsiteX2" fmla="*/ 25715 w 25715"/>
                  <a:gd name="connsiteY2" fmla="*/ 194928 h 194928"/>
                  <a:gd name="connsiteX3" fmla="*/ 0 w 25715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19492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D8D8AA07-4D1C-93A5-A20A-D320912C0E74}"/>
                  </a:ext>
                </a:extLst>
              </p:cNvPr>
              <p:cNvSpPr/>
              <p:nvPr/>
            </p:nvSpPr>
            <p:spPr>
              <a:xfrm>
                <a:off x="1542760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FAAD29A0-0464-9DA5-38AA-9F1D4041C215}"/>
                  </a:ext>
                </a:extLst>
              </p:cNvPr>
              <p:cNvSpPr/>
              <p:nvPr/>
            </p:nvSpPr>
            <p:spPr>
              <a:xfrm>
                <a:off x="1615495" y="9567998"/>
                <a:ext cx="19239" cy="97511"/>
              </a:xfrm>
              <a:custGeom>
                <a:avLst/>
                <a:gdLst>
                  <a:gd name="connsiteX0" fmla="*/ 0 w 19239"/>
                  <a:gd name="connsiteY0" fmla="*/ 0 h 97511"/>
                  <a:gd name="connsiteX1" fmla="*/ 19239 w 19239"/>
                  <a:gd name="connsiteY1" fmla="*/ 0 h 97511"/>
                  <a:gd name="connsiteX2" fmla="*/ 19239 w 19239"/>
                  <a:gd name="connsiteY2" fmla="*/ 97511 h 97511"/>
                  <a:gd name="connsiteX3" fmla="*/ 0 w 19239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97511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9997B4D-AE41-1546-AC04-BA4B237017CD}"/>
                  </a:ext>
                </a:extLst>
              </p:cNvPr>
              <p:cNvSpPr/>
              <p:nvPr/>
            </p:nvSpPr>
            <p:spPr>
              <a:xfrm>
                <a:off x="1710754" y="9519196"/>
                <a:ext cx="9666" cy="146219"/>
              </a:xfrm>
              <a:custGeom>
                <a:avLst/>
                <a:gdLst>
                  <a:gd name="connsiteX0" fmla="*/ 0 w 9666"/>
                  <a:gd name="connsiteY0" fmla="*/ 0 h 146219"/>
                  <a:gd name="connsiteX1" fmla="*/ 9667 w 9666"/>
                  <a:gd name="connsiteY1" fmla="*/ 0 h 146219"/>
                  <a:gd name="connsiteX2" fmla="*/ 9667 w 9666"/>
                  <a:gd name="connsiteY2" fmla="*/ 146220 h 146219"/>
                  <a:gd name="connsiteX3" fmla="*/ 0 w 9666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6" h="146219">
                    <a:moveTo>
                      <a:pt x="0" y="0"/>
                    </a:moveTo>
                    <a:lnTo>
                      <a:pt x="9667" y="0"/>
                    </a:lnTo>
                    <a:lnTo>
                      <a:pt x="9667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5223568-215F-0461-C685-32961DA6F8ED}"/>
                  </a:ext>
                </a:extLst>
              </p:cNvPr>
              <p:cNvSpPr/>
              <p:nvPr/>
            </p:nvSpPr>
            <p:spPr>
              <a:xfrm>
                <a:off x="1944911" y="9567998"/>
                <a:ext cx="25715" cy="97511"/>
              </a:xfrm>
              <a:custGeom>
                <a:avLst/>
                <a:gdLst>
                  <a:gd name="connsiteX0" fmla="*/ 0 w 25715"/>
                  <a:gd name="connsiteY0" fmla="*/ 0 h 97511"/>
                  <a:gd name="connsiteX1" fmla="*/ 25715 w 25715"/>
                  <a:gd name="connsiteY1" fmla="*/ 0 h 97511"/>
                  <a:gd name="connsiteX2" fmla="*/ 25715 w 25715"/>
                  <a:gd name="connsiteY2" fmla="*/ 97511 h 97511"/>
                  <a:gd name="connsiteX3" fmla="*/ 0 w 25715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97511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88753486-6451-9682-FFA3-CE287798568A}"/>
                  </a:ext>
                </a:extLst>
              </p:cNvPr>
              <p:cNvSpPr/>
              <p:nvPr/>
            </p:nvSpPr>
            <p:spPr>
              <a:xfrm>
                <a:off x="2134396" y="9226756"/>
                <a:ext cx="10980" cy="438658"/>
              </a:xfrm>
              <a:custGeom>
                <a:avLst/>
                <a:gdLst>
                  <a:gd name="connsiteX0" fmla="*/ 0 w 10980"/>
                  <a:gd name="connsiteY0" fmla="*/ 0 h 438658"/>
                  <a:gd name="connsiteX1" fmla="*/ 10981 w 10980"/>
                  <a:gd name="connsiteY1" fmla="*/ 0 h 438658"/>
                  <a:gd name="connsiteX2" fmla="*/ 10981 w 10980"/>
                  <a:gd name="connsiteY2" fmla="*/ 438659 h 438658"/>
                  <a:gd name="connsiteX3" fmla="*/ 0 w 10980"/>
                  <a:gd name="connsiteY3" fmla="*/ 438659 h 438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3865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438659"/>
                    </a:lnTo>
                    <a:lnTo>
                      <a:pt x="0" y="43865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7C6437DB-EBA6-2B9D-86D9-52D69517FFE1}"/>
                  </a:ext>
                </a:extLst>
              </p:cNvPr>
              <p:cNvSpPr/>
              <p:nvPr/>
            </p:nvSpPr>
            <p:spPr>
              <a:xfrm>
                <a:off x="2471227" y="9616707"/>
                <a:ext cx="19239" cy="48708"/>
              </a:xfrm>
              <a:custGeom>
                <a:avLst/>
                <a:gdLst>
                  <a:gd name="connsiteX0" fmla="*/ 0 w 19239"/>
                  <a:gd name="connsiteY0" fmla="*/ 0 h 48708"/>
                  <a:gd name="connsiteX1" fmla="*/ 19239 w 19239"/>
                  <a:gd name="connsiteY1" fmla="*/ 0 h 48708"/>
                  <a:gd name="connsiteX2" fmla="*/ 19239 w 19239"/>
                  <a:gd name="connsiteY2" fmla="*/ 48709 h 48708"/>
                  <a:gd name="connsiteX3" fmla="*/ 0 w 19239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48708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C86F8EB7-9132-9DDE-6C75-F4C04EDF2EE5}"/>
                  </a:ext>
                </a:extLst>
              </p:cNvPr>
              <p:cNvSpPr/>
              <p:nvPr/>
            </p:nvSpPr>
            <p:spPr>
              <a:xfrm>
                <a:off x="2715052" y="9567998"/>
                <a:ext cx="25715" cy="97511"/>
              </a:xfrm>
              <a:custGeom>
                <a:avLst/>
                <a:gdLst>
                  <a:gd name="connsiteX0" fmla="*/ 0 w 25715"/>
                  <a:gd name="connsiteY0" fmla="*/ 0 h 97511"/>
                  <a:gd name="connsiteX1" fmla="*/ 25715 w 25715"/>
                  <a:gd name="connsiteY1" fmla="*/ 0 h 97511"/>
                  <a:gd name="connsiteX2" fmla="*/ 25715 w 25715"/>
                  <a:gd name="connsiteY2" fmla="*/ 97511 h 97511"/>
                  <a:gd name="connsiteX3" fmla="*/ 0 w 25715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97511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D81020C6-F3AA-21E1-5E52-C87C753544A4}"/>
                  </a:ext>
                </a:extLst>
              </p:cNvPr>
              <p:cNvSpPr/>
              <p:nvPr/>
            </p:nvSpPr>
            <p:spPr>
              <a:xfrm>
                <a:off x="3007679" y="8983026"/>
                <a:ext cx="15391" cy="682389"/>
              </a:xfrm>
              <a:custGeom>
                <a:avLst/>
                <a:gdLst>
                  <a:gd name="connsiteX0" fmla="*/ 0 w 15391"/>
                  <a:gd name="connsiteY0" fmla="*/ 0 h 682389"/>
                  <a:gd name="connsiteX1" fmla="*/ 15392 w 15391"/>
                  <a:gd name="connsiteY1" fmla="*/ 0 h 682389"/>
                  <a:gd name="connsiteX2" fmla="*/ 15392 w 15391"/>
                  <a:gd name="connsiteY2" fmla="*/ 682390 h 682389"/>
                  <a:gd name="connsiteX3" fmla="*/ 0 w 15391"/>
                  <a:gd name="connsiteY3" fmla="*/ 682390 h 68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682389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682390"/>
                    </a:lnTo>
                    <a:lnTo>
                      <a:pt x="0" y="682390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6BE6F025-CE15-DC9B-0D05-E06D2D5BC361}"/>
                  </a:ext>
                </a:extLst>
              </p:cNvPr>
              <p:cNvSpPr/>
              <p:nvPr/>
            </p:nvSpPr>
            <p:spPr>
              <a:xfrm>
                <a:off x="526262" y="9519196"/>
                <a:ext cx="15391" cy="146219"/>
              </a:xfrm>
              <a:custGeom>
                <a:avLst/>
                <a:gdLst>
                  <a:gd name="connsiteX0" fmla="*/ 0 w 15391"/>
                  <a:gd name="connsiteY0" fmla="*/ 0 h 146219"/>
                  <a:gd name="connsiteX1" fmla="*/ 15392 w 15391"/>
                  <a:gd name="connsiteY1" fmla="*/ 0 h 146219"/>
                  <a:gd name="connsiteX2" fmla="*/ 15392 w 15391"/>
                  <a:gd name="connsiteY2" fmla="*/ 146220 h 146219"/>
                  <a:gd name="connsiteX3" fmla="*/ 0 w 1539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46219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2B8FCC77-E4B1-C46D-4283-AF9483AB04ED}"/>
                  </a:ext>
                </a:extLst>
              </p:cNvPr>
              <p:cNvSpPr/>
              <p:nvPr/>
            </p:nvSpPr>
            <p:spPr>
              <a:xfrm>
                <a:off x="611854" y="9519196"/>
                <a:ext cx="15391" cy="146219"/>
              </a:xfrm>
              <a:custGeom>
                <a:avLst/>
                <a:gdLst>
                  <a:gd name="connsiteX0" fmla="*/ 0 w 15391"/>
                  <a:gd name="connsiteY0" fmla="*/ 0 h 146219"/>
                  <a:gd name="connsiteX1" fmla="*/ 15392 w 15391"/>
                  <a:gd name="connsiteY1" fmla="*/ 0 h 146219"/>
                  <a:gd name="connsiteX2" fmla="*/ 15392 w 15391"/>
                  <a:gd name="connsiteY2" fmla="*/ 146220 h 146219"/>
                  <a:gd name="connsiteX3" fmla="*/ 0 w 1539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146219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3400C1AE-239E-FF66-1E42-82A523C73718}"/>
                  </a:ext>
                </a:extLst>
              </p:cNvPr>
              <p:cNvSpPr/>
              <p:nvPr/>
            </p:nvSpPr>
            <p:spPr>
              <a:xfrm>
                <a:off x="697352" y="9324267"/>
                <a:ext cx="15391" cy="341241"/>
              </a:xfrm>
              <a:custGeom>
                <a:avLst/>
                <a:gdLst>
                  <a:gd name="connsiteX0" fmla="*/ 0 w 15391"/>
                  <a:gd name="connsiteY0" fmla="*/ 0 h 341241"/>
                  <a:gd name="connsiteX1" fmla="*/ 15392 w 15391"/>
                  <a:gd name="connsiteY1" fmla="*/ 0 h 341241"/>
                  <a:gd name="connsiteX2" fmla="*/ 15392 w 15391"/>
                  <a:gd name="connsiteY2" fmla="*/ 341242 h 341241"/>
                  <a:gd name="connsiteX3" fmla="*/ 0 w 15391"/>
                  <a:gd name="connsiteY3" fmla="*/ 341242 h 341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341241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341242"/>
                    </a:lnTo>
                    <a:lnTo>
                      <a:pt x="0" y="341242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2E1CC414-6C24-5399-FCCA-2BB08FDE578A}"/>
                  </a:ext>
                </a:extLst>
              </p:cNvPr>
              <p:cNvSpPr/>
              <p:nvPr/>
            </p:nvSpPr>
            <p:spPr>
              <a:xfrm>
                <a:off x="785478" y="9275559"/>
                <a:ext cx="12857" cy="389950"/>
              </a:xfrm>
              <a:custGeom>
                <a:avLst/>
                <a:gdLst>
                  <a:gd name="connsiteX0" fmla="*/ 0 w 12857"/>
                  <a:gd name="connsiteY0" fmla="*/ 0 h 389950"/>
                  <a:gd name="connsiteX1" fmla="*/ 12858 w 12857"/>
                  <a:gd name="connsiteY1" fmla="*/ 0 h 389950"/>
                  <a:gd name="connsiteX2" fmla="*/ 12858 w 12857"/>
                  <a:gd name="connsiteY2" fmla="*/ 389950 h 389950"/>
                  <a:gd name="connsiteX3" fmla="*/ 0 w 12857"/>
                  <a:gd name="connsiteY3" fmla="*/ 389950 h 389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389950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389950"/>
                    </a:lnTo>
                    <a:lnTo>
                      <a:pt x="0" y="389950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81B56600-83B2-FC08-33EC-E8EE0DE154EC}"/>
                  </a:ext>
                </a:extLst>
              </p:cNvPr>
              <p:cNvSpPr/>
              <p:nvPr/>
            </p:nvSpPr>
            <p:spPr>
              <a:xfrm>
                <a:off x="861966" y="9616707"/>
                <a:ext cx="10980" cy="48708"/>
              </a:xfrm>
              <a:custGeom>
                <a:avLst/>
                <a:gdLst>
                  <a:gd name="connsiteX0" fmla="*/ 0 w 10980"/>
                  <a:gd name="connsiteY0" fmla="*/ 0 h 48708"/>
                  <a:gd name="connsiteX1" fmla="*/ 10981 w 10980"/>
                  <a:gd name="connsiteY1" fmla="*/ 0 h 48708"/>
                  <a:gd name="connsiteX2" fmla="*/ 10981 w 10980"/>
                  <a:gd name="connsiteY2" fmla="*/ 48709 h 48708"/>
                  <a:gd name="connsiteX3" fmla="*/ 0 w 10980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870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E820723B-B76A-4194-F441-D7877A8EF400}"/>
                  </a:ext>
                </a:extLst>
              </p:cNvPr>
              <p:cNvSpPr/>
              <p:nvPr/>
            </p:nvSpPr>
            <p:spPr>
              <a:xfrm>
                <a:off x="954128" y="9616707"/>
                <a:ext cx="15391" cy="48708"/>
              </a:xfrm>
              <a:custGeom>
                <a:avLst/>
                <a:gdLst>
                  <a:gd name="connsiteX0" fmla="*/ 0 w 15391"/>
                  <a:gd name="connsiteY0" fmla="*/ 0 h 48708"/>
                  <a:gd name="connsiteX1" fmla="*/ 15392 w 15391"/>
                  <a:gd name="connsiteY1" fmla="*/ 0 h 48708"/>
                  <a:gd name="connsiteX2" fmla="*/ 15392 w 15391"/>
                  <a:gd name="connsiteY2" fmla="*/ 48709 h 48708"/>
                  <a:gd name="connsiteX3" fmla="*/ 0 w 1539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48708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FB5D6199-1DCE-3A4E-D360-D41642A4EE4C}"/>
                  </a:ext>
                </a:extLst>
              </p:cNvPr>
              <p:cNvSpPr/>
              <p:nvPr/>
            </p:nvSpPr>
            <p:spPr>
              <a:xfrm>
                <a:off x="1042254" y="9567998"/>
                <a:ext cx="12857" cy="97511"/>
              </a:xfrm>
              <a:custGeom>
                <a:avLst/>
                <a:gdLst>
                  <a:gd name="connsiteX0" fmla="*/ 0 w 12857"/>
                  <a:gd name="connsiteY0" fmla="*/ 0 h 97511"/>
                  <a:gd name="connsiteX1" fmla="*/ 12858 w 12857"/>
                  <a:gd name="connsiteY1" fmla="*/ 0 h 97511"/>
                  <a:gd name="connsiteX2" fmla="*/ 12858 w 12857"/>
                  <a:gd name="connsiteY2" fmla="*/ 97511 h 97511"/>
                  <a:gd name="connsiteX3" fmla="*/ 0 w 12857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7" h="97511">
                    <a:moveTo>
                      <a:pt x="0" y="0"/>
                    </a:moveTo>
                    <a:lnTo>
                      <a:pt x="12858" y="0"/>
                    </a:lnTo>
                    <a:lnTo>
                      <a:pt x="12858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5F43F10C-AF0D-7BB0-14D3-E4307EB87170}"/>
                  </a:ext>
                </a:extLst>
              </p:cNvPr>
              <p:cNvSpPr/>
              <p:nvPr/>
            </p:nvSpPr>
            <p:spPr>
              <a:xfrm>
                <a:off x="1125218" y="9275559"/>
                <a:ext cx="15391" cy="389950"/>
              </a:xfrm>
              <a:custGeom>
                <a:avLst/>
                <a:gdLst>
                  <a:gd name="connsiteX0" fmla="*/ 0 w 15391"/>
                  <a:gd name="connsiteY0" fmla="*/ 0 h 389950"/>
                  <a:gd name="connsiteX1" fmla="*/ 15392 w 15391"/>
                  <a:gd name="connsiteY1" fmla="*/ 0 h 389950"/>
                  <a:gd name="connsiteX2" fmla="*/ 15392 w 15391"/>
                  <a:gd name="connsiteY2" fmla="*/ 389950 h 389950"/>
                  <a:gd name="connsiteX3" fmla="*/ 0 w 15391"/>
                  <a:gd name="connsiteY3" fmla="*/ 389950 h 389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389950">
                    <a:moveTo>
                      <a:pt x="0" y="0"/>
                    </a:moveTo>
                    <a:lnTo>
                      <a:pt x="15392" y="0"/>
                    </a:lnTo>
                    <a:lnTo>
                      <a:pt x="15392" y="389950"/>
                    </a:lnTo>
                    <a:lnTo>
                      <a:pt x="0" y="389950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AA45730F-8EC7-B537-3068-21547634EDED}"/>
                  </a:ext>
                </a:extLst>
              </p:cNvPr>
              <p:cNvSpPr/>
              <p:nvPr/>
            </p:nvSpPr>
            <p:spPr>
              <a:xfrm>
                <a:off x="1193166" y="9470487"/>
                <a:ext cx="10980" cy="194928"/>
              </a:xfrm>
              <a:custGeom>
                <a:avLst/>
                <a:gdLst>
                  <a:gd name="connsiteX0" fmla="*/ 0 w 10980"/>
                  <a:gd name="connsiteY0" fmla="*/ 0 h 194928"/>
                  <a:gd name="connsiteX1" fmla="*/ 10981 w 10980"/>
                  <a:gd name="connsiteY1" fmla="*/ 0 h 194928"/>
                  <a:gd name="connsiteX2" fmla="*/ 10981 w 10980"/>
                  <a:gd name="connsiteY2" fmla="*/ 194928 h 194928"/>
                  <a:gd name="connsiteX3" fmla="*/ 0 w 10980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19492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B0EBF5C8-E850-9452-55F2-86AD21507C76}"/>
                  </a:ext>
                </a:extLst>
              </p:cNvPr>
              <p:cNvSpPr/>
              <p:nvPr/>
            </p:nvSpPr>
            <p:spPr>
              <a:xfrm>
                <a:off x="1296402" y="9567998"/>
                <a:ext cx="15391" cy="97511"/>
              </a:xfrm>
              <a:custGeom>
                <a:avLst/>
                <a:gdLst>
                  <a:gd name="connsiteX0" fmla="*/ 0 w 15391"/>
                  <a:gd name="connsiteY0" fmla="*/ 0 h 97511"/>
                  <a:gd name="connsiteX1" fmla="*/ 15391 w 15391"/>
                  <a:gd name="connsiteY1" fmla="*/ 0 h 97511"/>
                  <a:gd name="connsiteX2" fmla="*/ 15391 w 15391"/>
                  <a:gd name="connsiteY2" fmla="*/ 97511 h 97511"/>
                  <a:gd name="connsiteX3" fmla="*/ 0 w 1539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1" h="97511">
                    <a:moveTo>
                      <a:pt x="0" y="0"/>
                    </a:moveTo>
                    <a:lnTo>
                      <a:pt x="15391" y="0"/>
                    </a:lnTo>
                    <a:lnTo>
                      <a:pt x="15391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30CAD4AF-5E1C-F3E7-B6F0-06FE9E4B1B5F}"/>
                  </a:ext>
                </a:extLst>
              </p:cNvPr>
              <p:cNvSpPr/>
              <p:nvPr/>
            </p:nvSpPr>
            <p:spPr>
              <a:xfrm>
                <a:off x="1378052" y="9616707"/>
                <a:ext cx="19239" cy="48708"/>
              </a:xfrm>
              <a:custGeom>
                <a:avLst/>
                <a:gdLst>
                  <a:gd name="connsiteX0" fmla="*/ 0 w 19239"/>
                  <a:gd name="connsiteY0" fmla="*/ 0 h 48708"/>
                  <a:gd name="connsiteX1" fmla="*/ 19240 w 19239"/>
                  <a:gd name="connsiteY1" fmla="*/ 0 h 48708"/>
                  <a:gd name="connsiteX2" fmla="*/ 19240 w 19239"/>
                  <a:gd name="connsiteY2" fmla="*/ 48709 h 48708"/>
                  <a:gd name="connsiteX3" fmla="*/ 0 w 19239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48708">
                    <a:moveTo>
                      <a:pt x="0" y="0"/>
                    </a:moveTo>
                    <a:lnTo>
                      <a:pt x="19240" y="0"/>
                    </a:lnTo>
                    <a:lnTo>
                      <a:pt x="19240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957B1C4A-21FF-3D20-FF12-21004482C3DF}"/>
                  </a:ext>
                </a:extLst>
              </p:cNvPr>
              <p:cNvSpPr/>
              <p:nvPr/>
            </p:nvSpPr>
            <p:spPr>
              <a:xfrm>
                <a:off x="1634734" y="9616707"/>
                <a:ext cx="19239" cy="48708"/>
              </a:xfrm>
              <a:custGeom>
                <a:avLst/>
                <a:gdLst>
                  <a:gd name="connsiteX0" fmla="*/ 0 w 19239"/>
                  <a:gd name="connsiteY0" fmla="*/ 0 h 48708"/>
                  <a:gd name="connsiteX1" fmla="*/ 19239 w 19239"/>
                  <a:gd name="connsiteY1" fmla="*/ 0 h 48708"/>
                  <a:gd name="connsiteX2" fmla="*/ 19239 w 19239"/>
                  <a:gd name="connsiteY2" fmla="*/ 48709 h 48708"/>
                  <a:gd name="connsiteX3" fmla="*/ 0 w 19239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48708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FE7A28C3-0A90-8F31-5400-32B508EA3231}"/>
                  </a:ext>
                </a:extLst>
              </p:cNvPr>
              <p:cNvSpPr/>
              <p:nvPr/>
            </p:nvSpPr>
            <p:spPr>
              <a:xfrm>
                <a:off x="1720326" y="9616707"/>
                <a:ext cx="9666" cy="48708"/>
              </a:xfrm>
              <a:custGeom>
                <a:avLst/>
                <a:gdLst>
                  <a:gd name="connsiteX0" fmla="*/ 0 w 9666"/>
                  <a:gd name="connsiteY0" fmla="*/ 0 h 48708"/>
                  <a:gd name="connsiteX1" fmla="*/ 9667 w 9666"/>
                  <a:gd name="connsiteY1" fmla="*/ 0 h 48708"/>
                  <a:gd name="connsiteX2" fmla="*/ 9667 w 9666"/>
                  <a:gd name="connsiteY2" fmla="*/ 48709 h 48708"/>
                  <a:gd name="connsiteX3" fmla="*/ 0 w 9666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6" h="48708">
                    <a:moveTo>
                      <a:pt x="0" y="0"/>
                    </a:moveTo>
                    <a:lnTo>
                      <a:pt x="9667" y="0"/>
                    </a:lnTo>
                    <a:lnTo>
                      <a:pt x="9667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BA913C28-26D7-D41A-AB33-BC49E7B9585D}"/>
                  </a:ext>
                </a:extLst>
              </p:cNvPr>
              <p:cNvSpPr/>
              <p:nvPr/>
            </p:nvSpPr>
            <p:spPr>
              <a:xfrm>
                <a:off x="1970627" y="9567998"/>
                <a:ext cx="25715" cy="97511"/>
              </a:xfrm>
              <a:custGeom>
                <a:avLst/>
                <a:gdLst>
                  <a:gd name="connsiteX0" fmla="*/ 0 w 25715"/>
                  <a:gd name="connsiteY0" fmla="*/ 0 h 97511"/>
                  <a:gd name="connsiteX1" fmla="*/ 25715 w 25715"/>
                  <a:gd name="connsiteY1" fmla="*/ 0 h 97511"/>
                  <a:gd name="connsiteX2" fmla="*/ 25715 w 25715"/>
                  <a:gd name="connsiteY2" fmla="*/ 97511 h 97511"/>
                  <a:gd name="connsiteX3" fmla="*/ 0 w 25715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97511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339E10F0-4450-455C-76FB-AFC92172BF5B}"/>
                  </a:ext>
                </a:extLst>
              </p:cNvPr>
              <p:cNvSpPr/>
              <p:nvPr/>
            </p:nvSpPr>
            <p:spPr>
              <a:xfrm>
                <a:off x="2056219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2A8B4B7F-4936-29E2-164E-493920998610}"/>
                  </a:ext>
                </a:extLst>
              </p:cNvPr>
              <p:cNvSpPr/>
              <p:nvPr/>
            </p:nvSpPr>
            <p:spPr>
              <a:xfrm>
                <a:off x="2145471" y="9372976"/>
                <a:ext cx="10980" cy="292439"/>
              </a:xfrm>
              <a:custGeom>
                <a:avLst/>
                <a:gdLst>
                  <a:gd name="connsiteX0" fmla="*/ 0 w 10980"/>
                  <a:gd name="connsiteY0" fmla="*/ 0 h 292439"/>
                  <a:gd name="connsiteX1" fmla="*/ 10980 w 10980"/>
                  <a:gd name="connsiteY1" fmla="*/ 0 h 292439"/>
                  <a:gd name="connsiteX2" fmla="*/ 10980 w 10980"/>
                  <a:gd name="connsiteY2" fmla="*/ 292439 h 292439"/>
                  <a:gd name="connsiteX3" fmla="*/ 0 w 10980"/>
                  <a:gd name="connsiteY3" fmla="*/ 292439 h 29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292439">
                    <a:moveTo>
                      <a:pt x="0" y="0"/>
                    </a:moveTo>
                    <a:lnTo>
                      <a:pt x="10980" y="0"/>
                    </a:lnTo>
                    <a:lnTo>
                      <a:pt x="10980" y="292439"/>
                    </a:lnTo>
                    <a:lnTo>
                      <a:pt x="0" y="29243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6D9D45A8-BAE6-E709-6C8E-4F99A03DEB17}"/>
                  </a:ext>
                </a:extLst>
              </p:cNvPr>
              <p:cNvSpPr/>
              <p:nvPr/>
            </p:nvSpPr>
            <p:spPr>
              <a:xfrm>
                <a:off x="2214451" y="9616707"/>
                <a:ext cx="38478" cy="48708"/>
              </a:xfrm>
              <a:custGeom>
                <a:avLst/>
                <a:gdLst>
                  <a:gd name="connsiteX0" fmla="*/ 0 w 38478"/>
                  <a:gd name="connsiteY0" fmla="*/ 0 h 48708"/>
                  <a:gd name="connsiteX1" fmla="*/ 38479 w 38478"/>
                  <a:gd name="connsiteY1" fmla="*/ 0 h 48708"/>
                  <a:gd name="connsiteX2" fmla="*/ 38479 w 38478"/>
                  <a:gd name="connsiteY2" fmla="*/ 48709 h 48708"/>
                  <a:gd name="connsiteX3" fmla="*/ 0 w 38478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478" h="48708">
                    <a:moveTo>
                      <a:pt x="0" y="0"/>
                    </a:moveTo>
                    <a:lnTo>
                      <a:pt x="38479" y="0"/>
                    </a:lnTo>
                    <a:lnTo>
                      <a:pt x="3847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1B9F46C3-1A99-69B4-41BE-C3D7B78A220C}"/>
                  </a:ext>
                </a:extLst>
              </p:cNvPr>
              <p:cNvSpPr/>
              <p:nvPr/>
            </p:nvSpPr>
            <p:spPr>
              <a:xfrm>
                <a:off x="2287186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BDF9C2C1-7C18-7ABB-B64B-74E0D747656D}"/>
                  </a:ext>
                </a:extLst>
              </p:cNvPr>
              <p:cNvSpPr/>
              <p:nvPr/>
            </p:nvSpPr>
            <p:spPr>
              <a:xfrm>
                <a:off x="2490466" y="9616707"/>
                <a:ext cx="19239" cy="48708"/>
              </a:xfrm>
              <a:custGeom>
                <a:avLst/>
                <a:gdLst>
                  <a:gd name="connsiteX0" fmla="*/ 0 w 19239"/>
                  <a:gd name="connsiteY0" fmla="*/ 0 h 48708"/>
                  <a:gd name="connsiteX1" fmla="*/ 19239 w 19239"/>
                  <a:gd name="connsiteY1" fmla="*/ 0 h 48708"/>
                  <a:gd name="connsiteX2" fmla="*/ 19239 w 19239"/>
                  <a:gd name="connsiteY2" fmla="*/ 48709 h 48708"/>
                  <a:gd name="connsiteX3" fmla="*/ 0 w 19239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9" h="48708">
                    <a:moveTo>
                      <a:pt x="0" y="0"/>
                    </a:moveTo>
                    <a:lnTo>
                      <a:pt x="19239" y="0"/>
                    </a:lnTo>
                    <a:lnTo>
                      <a:pt x="1923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6C9973F2-3595-8C71-19AD-7DEB66FC9A40}"/>
                  </a:ext>
                </a:extLst>
              </p:cNvPr>
              <p:cNvSpPr/>
              <p:nvPr/>
            </p:nvSpPr>
            <p:spPr>
              <a:xfrm>
                <a:off x="2569583" y="9567998"/>
                <a:ext cx="25715" cy="97511"/>
              </a:xfrm>
              <a:custGeom>
                <a:avLst/>
                <a:gdLst>
                  <a:gd name="connsiteX0" fmla="*/ 0 w 25715"/>
                  <a:gd name="connsiteY0" fmla="*/ 0 h 97511"/>
                  <a:gd name="connsiteX1" fmla="*/ 25715 w 25715"/>
                  <a:gd name="connsiteY1" fmla="*/ 0 h 97511"/>
                  <a:gd name="connsiteX2" fmla="*/ 25715 w 25715"/>
                  <a:gd name="connsiteY2" fmla="*/ 97511 h 97511"/>
                  <a:gd name="connsiteX3" fmla="*/ 0 w 25715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97511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68DD67D9-36F5-0E25-F243-FE8E19C616B5}"/>
                  </a:ext>
                </a:extLst>
              </p:cNvPr>
              <p:cNvSpPr/>
              <p:nvPr/>
            </p:nvSpPr>
            <p:spPr>
              <a:xfrm>
                <a:off x="2655175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49EBE9CE-3F3C-B9CB-F0E9-CE5003BDB25B}"/>
                  </a:ext>
                </a:extLst>
              </p:cNvPr>
              <p:cNvSpPr/>
              <p:nvPr/>
            </p:nvSpPr>
            <p:spPr>
              <a:xfrm>
                <a:off x="1204147" y="9616707"/>
                <a:ext cx="10980" cy="48708"/>
              </a:xfrm>
              <a:custGeom>
                <a:avLst/>
                <a:gdLst>
                  <a:gd name="connsiteX0" fmla="*/ 0 w 10980"/>
                  <a:gd name="connsiteY0" fmla="*/ 0 h 48708"/>
                  <a:gd name="connsiteX1" fmla="*/ 10981 w 10980"/>
                  <a:gd name="connsiteY1" fmla="*/ 0 h 48708"/>
                  <a:gd name="connsiteX2" fmla="*/ 10981 w 10980"/>
                  <a:gd name="connsiteY2" fmla="*/ 48709 h 48708"/>
                  <a:gd name="connsiteX3" fmla="*/ 0 w 10980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870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FBE8B978-6FCC-401D-4D47-11AF4B2595BD}"/>
                  </a:ext>
                </a:extLst>
              </p:cNvPr>
              <p:cNvSpPr/>
              <p:nvPr/>
            </p:nvSpPr>
            <p:spPr>
              <a:xfrm>
                <a:off x="1729993" y="9567998"/>
                <a:ext cx="9666" cy="97511"/>
              </a:xfrm>
              <a:custGeom>
                <a:avLst/>
                <a:gdLst>
                  <a:gd name="connsiteX0" fmla="*/ 0 w 9666"/>
                  <a:gd name="connsiteY0" fmla="*/ 0 h 97511"/>
                  <a:gd name="connsiteX1" fmla="*/ 9667 w 9666"/>
                  <a:gd name="connsiteY1" fmla="*/ 0 h 97511"/>
                  <a:gd name="connsiteX2" fmla="*/ 9667 w 9666"/>
                  <a:gd name="connsiteY2" fmla="*/ 97511 h 97511"/>
                  <a:gd name="connsiteX3" fmla="*/ 0 w 9666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6" h="97511">
                    <a:moveTo>
                      <a:pt x="0" y="0"/>
                    </a:moveTo>
                    <a:lnTo>
                      <a:pt x="9667" y="0"/>
                    </a:lnTo>
                    <a:lnTo>
                      <a:pt x="9667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65A58E84-A0FB-032C-150A-ABAF5BA4608C}"/>
                  </a:ext>
                </a:extLst>
              </p:cNvPr>
              <p:cNvSpPr/>
              <p:nvPr/>
            </p:nvSpPr>
            <p:spPr>
              <a:xfrm>
                <a:off x="2156451" y="9616707"/>
                <a:ext cx="10980" cy="48708"/>
              </a:xfrm>
              <a:custGeom>
                <a:avLst/>
                <a:gdLst>
                  <a:gd name="connsiteX0" fmla="*/ 0 w 10980"/>
                  <a:gd name="connsiteY0" fmla="*/ 0 h 48708"/>
                  <a:gd name="connsiteX1" fmla="*/ 10980 w 10980"/>
                  <a:gd name="connsiteY1" fmla="*/ 0 h 48708"/>
                  <a:gd name="connsiteX2" fmla="*/ 10980 w 10980"/>
                  <a:gd name="connsiteY2" fmla="*/ 48709 h 48708"/>
                  <a:gd name="connsiteX3" fmla="*/ 0 w 10980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8708">
                    <a:moveTo>
                      <a:pt x="0" y="0"/>
                    </a:moveTo>
                    <a:lnTo>
                      <a:pt x="10980" y="0"/>
                    </a:lnTo>
                    <a:lnTo>
                      <a:pt x="10980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2114EF92-97D8-5BB0-5AE1-4E2F6B4E796B}"/>
                  </a:ext>
                </a:extLst>
              </p:cNvPr>
              <p:cNvSpPr/>
              <p:nvPr/>
            </p:nvSpPr>
            <p:spPr>
              <a:xfrm>
                <a:off x="2312901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4438288D-51AA-B636-8423-2D2C30CAF76A}"/>
                  </a:ext>
                </a:extLst>
              </p:cNvPr>
              <p:cNvSpPr/>
              <p:nvPr/>
            </p:nvSpPr>
            <p:spPr>
              <a:xfrm>
                <a:off x="872947" y="9616707"/>
                <a:ext cx="10980" cy="48708"/>
              </a:xfrm>
              <a:custGeom>
                <a:avLst/>
                <a:gdLst>
                  <a:gd name="connsiteX0" fmla="*/ 0 w 10980"/>
                  <a:gd name="connsiteY0" fmla="*/ 0 h 48708"/>
                  <a:gd name="connsiteX1" fmla="*/ 10981 w 10980"/>
                  <a:gd name="connsiteY1" fmla="*/ 0 h 48708"/>
                  <a:gd name="connsiteX2" fmla="*/ 10981 w 10980"/>
                  <a:gd name="connsiteY2" fmla="*/ 48709 h 48708"/>
                  <a:gd name="connsiteX3" fmla="*/ 0 w 10980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870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8C053E67-08D5-6B29-E528-AB05F26E1F87}"/>
                  </a:ext>
                </a:extLst>
              </p:cNvPr>
              <p:cNvSpPr/>
              <p:nvPr/>
            </p:nvSpPr>
            <p:spPr>
              <a:xfrm>
                <a:off x="1215221" y="9616707"/>
                <a:ext cx="10980" cy="48708"/>
              </a:xfrm>
              <a:custGeom>
                <a:avLst/>
                <a:gdLst>
                  <a:gd name="connsiteX0" fmla="*/ 0 w 10980"/>
                  <a:gd name="connsiteY0" fmla="*/ 0 h 48708"/>
                  <a:gd name="connsiteX1" fmla="*/ 10981 w 10980"/>
                  <a:gd name="connsiteY1" fmla="*/ 0 h 48708"/>
                  <a:gd name="connsiteX2" fmla="*/ 10981 w 10980"/>
                  <a:gd name="connsiteY2" fmla="*/ 48709 h 48708"/>
                  <a:gd name="connsiteX3" fmla="*/ 0 w 10980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80" h="48708">
                    <a:moveTo>
                      <a:pt x="0" y="0"/>
                    </a:moveTo>
                    <a:lnTo>
                      <a:pt x="10981" y="0"/>
                    </a:lnTo>
                    <a:lnTo>
                      <a:pt x="1098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339EF61E-F766-5BB8-CF9E-C68CB5AE4195}"/>
                  </a:ext>
                </a:extLst>
              </p:cNvPr>
              <p:cNvSpPr/>
              <p:nvPr/>
            </p:nvSpPr>
            <p:spPr>
              <a:xfrm>
                <a:off x="2740767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806623CD-4467-D9FE-F057-C14B884229BF}"/>
                  </a:ext>
                </a:extLst>
              </p:cNvPr>
              <p:cNvSpPr/>
              <p:nvPr/>
            </p:nvSpPr>
            <p:spPr>
              <a:xfrm>
                <a:off x="2813501" y="9616707"/>
                <a:ext cx="38478" cy="48708"/>
              </a:xfrm>
              <a:custGeom>
                <a:avLst/>
                <a:gdLst>
                  <a:gd name="connsiteX0" fmla="*/ 0 w 38478"/>
                  <a:gd name="connsiteY0" fmla="*/ 0 h 48708"/>
                  <a:gd name="connsiteX1" fmla="*/ 38479 w 38478"/>
                  <a:gd name="connsiteY1" fmla="*/ 0 h 48708"/>
                  <a:gd name="connsiteX2" fmla="*/ 38479 w 38478"/>
                  <a:gd name="connsiteY2" fmla="*/ 48709 h 48708"/>
                  <a:gd name="connsiteX3" fmla="*/ 0 w 38478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478" h="48708">
                    <a:moveTo>
                      <a:pt x="0" y="0"/>
                    </a:moveTo>
                    <a:lnTo>
                      <a:pt x="38479" y="0"/>
                    </a:lnTo>
                    <a:lnTo>
                      <a:pt x="38479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F0CBC0B3-3E08-1FA7-A267-A1F7F61122CA}"/>
                  </a:ext>
                </a:extLst>
              </p:cNvPr>
              <p:cNvSpPr/>
              <p:nvPr/>
            </p:nvSpPr>
            <p:spPr>
              <a:xfrm>
                <a:off x="2911857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049E3222-0849-BB90-FF70-B8AE762879BF}"/>
                  </a:ext>
                </a:extLst>
              </p:cNvPr>
              <p:cNvSpPr/>
              <p:nvPr/>
            </p:nvSpPr>
            <p:spPr>
              <a:xfrm>
                <a:off x="3168539" y="9616707"/>
                <a:ext cx="25715" cy="48708"/>
              </a:xfrm>
              <a:custGeom>
                <a:avLst/>
                <a:gdLst>
                  <a:gd name="connsiteX0" fmla="*/ 0 w 25715"/>
                  <a:gd name="connsiteY0" fmla="*/ 0 h 48708"/>
                  <a:gd name="connsiteX1" fmla="*/ 25715 w 25715"/>
                  <a:gd name="connsiteY1" fmla="*/ 0 h 48708"/>
                  <a:gd name="connsiteX2" fmla="*/ 25715 w 25715"/>
                  <a:gd name="connsiteY2" fmla="*/ 48709 h 48708"/>
                  <a:gd name="connsiteX3" fmla="*/ 0 w 25715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5" h="48708">
                    <a:moveTo>
                      <a:pt x="0" y="0"/>
                    </a:moveTo>
                    <a:lnTo>
                      <a:pt x="25715" y="0"/>
                    </a:lnTo>
                    <a:lnTo>
                      <a:pt x="25715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46015105-9A35-09B4-D818-8A2BE6454287}"/>
                  </a:ext>
                </a:extLst>
              </p:cNvPr>
              <p:cNvSpPr/>
              <p:nvPr/>
            </p:nvSpPr>
            <p:spPr>
              <a:xfrm>
                <a:off x="464602" y="8934317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20 h 146219"/>
                  <a:gd name="connsiteX3" fmla="*/ 0 w 7705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17D57C0D-6A5B-0AA8-8B08-464242D617F9}"/>
                  </a:ext>
                </a:extLst>
              </p:cNvPr>
              <p:cNvSpPr/>
              <p:nvPr/>
            </p:nvSpPr>
            <p:spPr>
              <a:xfrm>
                <a:off x="550194" y="8788098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1B1CBB22-C912-4EC1-B846-12A8EC11C4F3}"/>
                  </a:ext>
                </a:extLst>
              </p:cNvPr>
              <p:cNvSpPr/>
              <p:nvPr/>
            </p:nvSpPr>
            <p:spPr>
              <a:xfrm>
                <a:off x="721378" y="864187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6234BC81-C172-C85E-B3EB-665E159F9204}"/>
                  </a:ext>
                </a:extLst>
              </p:cNvPr>
              <p:cNvSpPr/>
              <p:nvPr/>
            </p:nvSpPr>
            <p:spPr>
              <a:xfrm>
                <a:off x="806876" y="903182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B0715E65-1A2B-FD66-AE9A-CF88C5EAE30D}"/>
                  </a:ext>
                </a:extLst>
              </p:cNvPr>
              <p:cNvSpPr/>
              <p:nvPr/>
            </p:nvSpPr>
            <p:spPr>
              <a:xfrm>
                <a:off x="892468" y="9031828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20 h 146219"/>
                  <a:gd name="connsiteX3" fmla="*/ 0 w 7705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EBD1127F-4DAB-EB0C-2249-A8ADC145FDC7}"/>
                  </a:ext>
                </a:extLst>
              </p:cNvPr>
              <p:cNvSpPr/>
              <p:nvPr/>
            </p:nvSpPr>
            <p:spPr>
              <a:xfrm>
                <a:off x="978060" y="6935857"/>
                <a:ext cx="77051" cy="194928"/>
              </a:xfrm>
              <a:custGeom>
                <a:avLst/>
                <a:gdLst>
                  <a:gd name="connsiteX0" fmla="*/ 0 w 77051"/>
                  <a:gd name="connsiteY0" fmla="*/ 0 h 194928"/>
                  <a:gd name="connsiteX1" fmla="*/ 77052 w 77051"/>
                  <a:gd name="connsiteY1" fmla="*/ 0 h 194928"/>
                  <a:gd name="connsiteX2" fmla="*/ 77052 w 77051"/>
                  <a:gd name="connsiteY2" fmla="*/ 194928 h 194928"/>
                  <a:gd name="connsiteX3" fmla="*/ 0 w 7705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9492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3353E458-6A77-CCD4-DB2A-4912B47ED462}"/>
                  </a:ext>
                </a:extLst>
              </p:cNvPr>
              <p:cNvSpPr/>
              <p:nvPr/>
            </p:nvSpPr>
            <p:spPr>
              <a:xfrm>
                <a:off x="1234742" y="9129339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1DC17B2D-E8C5-AFB9-646B-51E3F38C5507}"/>
                  </a:ext>
                </a:extLst>
              </p:cNvPr>
              <p:cNvSpPr/>
              <p:nvPr/>
            </p:nvSpPr>
            <p:spPr>
              <a:xfrm>
                <a:off x="1491424" y="9519196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65844E60-E1CC-C581-6948-5CA9F6893BCB}"/>
                  </a:ext>
                </a:extLst>
              </p:cNvPr>
              <p:cNvSpPr/>
              <p:nvPr/>
            </p:nvSpPr>
            <p:spPr>
              <a:xfrm>
                <a:off x="1577016" y="9372976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3BA39A7A-7599-377F-54BF-11D35341DF23}"/>
                  </a:ext>
                </a:extLst>
              </p:cNvPr>
              <p:cNvSpPr/>
              <p:nvPr/>
            </p:nvSpPr>
            <p:spPr>
              <a:xfrm>
                <a:off x="1662608" y="8641878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0879D178-0F9A-69DD-998D-8F50574C237E}"/>
                  </a:ext>
                </a:extLst>
              </p:cNvPr>
              <p:cNvSpPr/>
              <p:nvPr/>
            </p:nvSpPr>
            <p:spPr>
              <a:xfrm>
                <a:off x="1833698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03FFBCBC-A331-7E62-9B98-9899942A363E}"/>
                  </a:ext>
                </a:extLst>
              </p:cNvPr>
              <p:cNvSpPr/>
              <p:nvPr/>
            </p:nvSpPr>
            <p:spPr>
              <a:xfrm>
                <a:off x="1919290" y="9421779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14692547-C411-E196-55B9-19A20329DE72}"/>
                  </a:ext>
                </a:extLst>
              </p:cNvPr>
              <p:cNvSpPr/>
              <p:nvPr/>
            </p:nvSpPr>
            <p:spPr>
              <a:xfrm>
                <a:off x="2004882" y="9470487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054B734E-2F14-052A-203A-43BB2F14B483}"/>
                  </a:ext>
                </a:extLst>
              </p:cNvPr>
              <p:cNvSpPr/>
              <p:nvPr/>
            </p:nvSpPr>
            <p:spPr>
              <a:xfrm>
                <a:off x="2090380" y="7472027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E073F505-5518-6C1E-F71E-81D90FF5C00E}"/>
                  </a:ext>
                </a:extLst>
              </p:cNvPr>
              <p:cNvSpPr/>
              <p:nvPr/>
            </p:nvSpPr>
            <p:spPr>
              <a:xfrm>
                <a:off x="2347156" y="9519196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1 w 77051"/>
                  <a:gd name="connsiteY1" fmla="*/ 0 h 97511"/>
                  <a:gd name="connsiteX2" fmla="*/ 77051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0535EABC-4848-8169-79C6-82CA47F8717D}"/>
                  </a:ext>
                </a:extLst>
              </p:cNvPr>
              <p:cNvSpPr/>
              <p:nvPr/>
            </p:nvSpPr>
            <p:spPr>
              <a:xfrm>
                <a:off x="2518246" y="9324267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13FAD15C-2726-EB9B-1A3A-AA16D72C2913}"/>
                  </a:ext>
                </a:extLst>
              </p:cNvPr>
              <p:cNvSpPr/>
              <p:nvPr/>
            </p:nvSpPr>
            <p:spPr>
              <a:xfrm>
                <a:off x="2946112" y="8739389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6B760222-5478-B932-1BC2-39CC0BA1BB36}"/>
                  </a:ext>
                </a:extLst>
              </p:cNvPr>
              <p:cNvSpPr/>
              <p:nvPr/>
            </p:nvSpPr>
            <p:spPr>
              <a:xfrm>
                <a:off x="635786" y="7715758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70190425-8330-BEBF-F66F-B75102E9B81F}"/>
                  </a:ext>
                </a:extLst>
              </p:cNvPr>
              <p:cNvSpPr/>
              <p:nvPr/>
            </p:nvSpPr>
            <p:spPr>
              <a:xfrm>
                <a:off x="721378" y="8690586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94A75991-7058-FC66-B5C8-D4D93AAA4FD1}"/>
                  </a:ext>
                </a:extLst>
              </p:cNvPr>
              <p:cNvSpPr/>
              <p:nvPr/>
            </p:nvSpPr>
            <p:spPr>
              <a:xfrm>
                <a:off x="806876" y="908053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1A1EAF8C-4B1A-6F30-6FEA-1BDAA41691FD}"/>
                  </a:ext>
                </a:extLst>
              </p:cNvPr>
              <p:cNvSpPr/>
              <p:nvPr/>
            </p:nvSpPr>
            <p:spPr>
              <a:xfrm>
                <a:off x="978060" y="7130879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20 h 146219"/>
                  <a:gd name="connsiteX3" fmla="*/ 0 w 7705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CFD385D2-EF8F-9B2D-0CC0-BC5AAAC26C28}"/>
                  </a:ext>
                </a:extLst>
              </p:cNvPr>
              <p:cNvSpPr/>
              <p:nvPr/>
            </p:nvSpPr>
            <p:spPr>
              <a:xfrm>
                <a:off x="1063652" y="8495658"/>
                <a:ext cx="77051" cy="243730"/>
              </a:xfrm>
              <a:custGeom>
                <a:avLst/>
                <a:gdLst>
                  <a:gd name="connsiteX0" fmla="*/ 0 w 77051"/>
                  <a:gd name="connsiteY0" fmla="*/ 0 h 243730"/>
                  <a:gd name="connsiteX1" fmla="*/ 77052 w 77051"/>
                  <a:gd name="connsiteY1" fmla="*/ 0 h 243730"/>
                  <a:gd name="connsiteX2" fmla="*/ 77052 w 77051"/>
                  <a:gd name="connsiteY2" fmla="*/ 243731 h 243730"/>
                  <a:gd name="connsiteX3" fmla="*/ 0 w 77051"/>
                  <a:gd name="connsiteY3" fmla="*/ 243731 h 243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243730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243731"/>
                    </a:lnTo>
                    <a:lnTo>
                      <a:pt x="0" y="243731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EC9DF0DF-37CE-C039-4F3B-5921C548C8FE}"/>
                  </a:ext>
                </a:extLst>
              </p:cNvPr>
              <p:cNvSpPr/>
              <p:nvPr/>
            </p:nvSpPr>
            <p:spPr>
              <a:xfrm>
                <a:off x="1149150" y="8593169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7CBCC766-1ABD-BC1E-CDD6-EA0A16C7C940}"/>
                  </a:ext>
                </a:extLst>
              </p:cNvPr>
              <p:cNvSpPr/>
              <p:nvPr/>
            </p:nvSpPr>
            <p:spPr>
              <a:xfrm>
                <a:off x="1320334" y="9421779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46924F01-264C-13D9-7901-FEB6D866847B}"/>
                  </a:ext>
                </a:extLst>
              </p:cNvPr>
              <p:cNvSpPr/>
              <p:nvPr/>
            </p:nvSpPr>
            <p:spPr>
              <a:xfrm>
                <a:off x="1577016" y="9421779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1BD4FCA7-27C3-1281-F17C-68687F3BDFF5}"/>
                  </a:ext>
                </a:extLst>
              </p:cNvPr>
              <p:cNvSpPr/>
              <p:nvPr/>
            </p:nvSpPr>
            <p:spPr>
              <a:xfrm>
                <a:off x="1662608" y="8739389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20 h 146219"/>
                  <a:gd name="connsiteX3" fmla="*/ 0 w 7705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5CE344A6-5E05-76BA-0687-FCF082C7958A}"/>
                  </a:ext>
                </a:extLst>
              </p:cNvPr>
              <p:cNvSpPr/>
              <p:nvPr/>
            </p:nvSpPr>
            <p:spPr>
              <a:xfrm>
                <a:off x="1833698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78F6B300-7D4B-CD50-A180-F57BA653DE4B}"/>
                  </a:ext>
                </a:extLst>
              </p:cNvPr>
              <p:cNvSpPr/>
              <p:nvPr/>
            </p:nvSpPr>
            <p:spPr>
              <a:xfrm>
                <a:off x="2090380" y="756953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086E8448-E9DE-7303-B6D1-26087C9A2BEF}"/>
                  </a:ext>
                </a:extLst>
              </p:cNvPr>
              <p:cNvSpPr/>
              <p:nvPr/>
            </p:nvSpPr>
            <p:spPr>
              <a:xfrm>
                <a:off x="2175972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B85F35AF-BC58-D5E8-0045-72FCFB25D1FA}"/>
                  </a:ext>
                </a:extLst>
              </p:cNvPr>
              <p:cNvSpPr/>
              <p:nvPr/>
            </p:nvSpPr>
            <p:spPr>
              <a:xfrm>
                <a:off x="2261564" y="9519196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C768D89D-6A55-5993-C3EC-C9225965C173}"/>
                  </a:ext>
                </a:extLst>
              </p:cNvPr>
              <p:cNvSpPr/>
              <p:nvPr/>
            </p:nvSpPr>
            <p:spPr>
              <a:xfrm>
                <a:off x="2603838" y="9519196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5148A8C2-A92F-E6E2-C988-90896F545B85}"/>
                  </a:ext>
                </a:extLst>
              </p:cNvPr>
              <p:cNvSpPr/>
              <p:nvPr/>
            </p:nvSpPr>
            <p:spPr>
              <a:xfrm>
                <a:off x="2946112" y="87880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B3E4E998-9429-464E-7960-6D278080FF0B}"/>
                  </a:ext>
                </a:extLst>
              </p:cNvPr>
              <p:cNvSpPr/>
              <p:nvPr/>
            </p:nvSpPr>
            <p:spPr>
              <a:xfrm>
                <a:off x="3117203" y="9519196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3CE0E277-C987-1773-2853-C69EFC3C4BF0}"/>
                  </a:ext>
                </a:extLst>
              </p:cNvPr>
              <p:cNvSpPr/>
              <p:nvPr/>
            </p:nvSpPr>
            <p:spPr>
              <a:xfrm>
                <a:off x="464602" y="9080537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8C5D6567-67DC-0F49-802A-F2FCB9FBDCDD}"/>
                  </a:ext>
                </a:extLst>
              </p:cNvPr>
              <p:cNvSpPr/>
              <p:nvPr/>
            </p:nvSpPr>
            <p:spPr>
              <a:xfrm>
                <a:off x="550194" y="8885609"/>
                <a:ext cx="77051" cy="194928"/>
              </a:xfrm>
              <a:custGeom>
                <a:avLst/>
                <a:gdLst>
                  <a:gd name="connsiteX0" fmla="*/ 0 w 77051"/>
                  <a:gd name="connsiteY0" fmla="*/ 0 h 194928"/>
                  <a:gd name="connsiteX1" fmla="*/ 77052 w 77051"/>
                  <a:gd name="connsiteY1" fmla="*/ 0 h 194928"/>
                  <a:gd name="connsiteX2" fmla="*/ 77052 w 77051"/>
                  <a:gd name="connsiteY2" fmla="*/ 194928 h 194928"/>
                  <a:gd name="connsiteX3" fmla="*/ 0 w 7705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9492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0B841713-5F2A-B8A5-8302-48F40AA8451E}"/>
                  </a:ext>
                </a:extLst>
              </p:cNvPr>
              <p:cNvSpPr/>
              <p:nvPr/>
            </p:nvSpPr>
            <p:spPr>
              <a:xfrm>
                <a:off x="635786" y="7813269"/>
                <a:ext cx="77051" cy="633681"/>
              </a:xfrm>
              <a:custGeom>
                <a:avLst/>
                <a:gdLst>
                  <a:gd name="connsiteX0" fmla="*/ 0 w 77051"/>
                  <a:gd name="connsiteY0" fmla="*/ 0 h 633681"/>
                  <a:gd name="connsiteX1" fmla="*/ 77052 w 77051"/>
                  <a:gd name="connsiteY1" fmla="*/ 0 h 633681"/>
                  <a:gd name="connsiteX2" fmla="*/ 77052 w 77051"/>
                  <a:gd name="connsiteY2" fmla="*/ 633681 h 633681"/>
                  <a:gd name="connsiteX3" fmla="*/ 0 w 77051"/>
                  <a:gd name="connsiteY3" fmla="*/ 633681 h 633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63368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633681"/>
                    </a:lnTo>
                    <a:lnTo>
                      <a:pt x="0" y="63368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5A7B36E4-180E-4739-A102-084B6780FC6C}"/>
                  </a:ext>
                </a:extLst>
              </p:cNvPr>
              <p:cNvSpPr/>
              <p:nvPr/>
            </p:nvSpPr>
            <p:spPr>
              <a:xfrm>
                <a:off x="721378" y="8739389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818A031E-7EFF-DB29-63CD-6B353D553FEA}"/>
                  </a:ext>
                </a:extLst>
              </p:cNvPr>
              <p:cNvSpPr/>
              <p:nvPr/>
            </p:nvSpPr>
            <p:spPr>
              <a:xfrm>
                <a:off x="806876" y="9129339"/>
                <a:ext cx="77051" cy="194928"/>
              </a:xfrm>
              <a:custGeom>
                <a:avLst/>
                <a:gdLst>
                  <a:gd name="connsiteX0" fmla="*/ 0 w 77051"/>
                  <a:gd name="connsiteY0" fmla="*/ 0 h 194928"/>
                  <a:gd name="connsiteX1" fmla="*/ 77052 w 77051"/>
                  <a:gd name="connsiteY1" fmla="*/ 0 h 194928"/>
                  <a:gd name="connsiteX2" fmla="*/ 77052 w 77051"/>
                  <a:gd name="connsiteY2" fmla="*/ 194928 h 194928"/>
                  <a:gd name="connsiteX3" fmla="*/ 0 w 7705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9492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64114C16-8E2E-B998-924C-A31EC6C8E55D}"/>
                  </a:ext>
                </a:extLst>
              </p:cNvPr>
              <p:cNvSpPr/>
              <p:nvPr/>
            </p:nvSpPr>
            <p:spPr>
              <a:xfrm>
                <a:off x="892468" y="917804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FBFB0D48-4255-A7B4-511F-5D0CA8411C93}"/>
                  </a:ext>
                </a:extLst>
              </p:cNvPr>
              <p:cNvSpPr/>
              <p:nvPr/>
            </p:nvSpPr>
            <p:spPr>
              <a:xfrm>
                <a:off x="978060" y="7277099"/>
                <a:ext cx="77051" cy="584878"/>
              </a:xfrm>
              <a:custGeom>
                <a:avLst/>
                <a:gdLst>
                  <a:gd name="connsiteX0" fmla="*/ 0 w 77051"/>
                  <a:gd name="connsiteY0" fmla="*/ 0 h 584878"/>
                  <a:gd name="connsiteX1" fmla="*/ 77052 w 77051"/>
                  <a:gd name="connsiteY1" fmla="*/ 0 h 584878"/>
                  <a:gd name="connsiteX2" fmla="*/ 77052 w 77051"/>
                  <a:gd name="connsiteY2" fmla="*/ 584879 h 584878"/>
                  <a:gd name="connsiteX3" fmla="*/ 0 w 77051"/>
                  <a:gd name="connsiteY3" fmla="*/ 584879 h 584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58487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584879"/>
                    </a:lnTo>
                    <a:lnTo>
                      <a:pt x="0" y="58487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897CE9F2-B1FF-5DA4-6A75-D15EDCF35BCA}"/>
                  </a:ext>
                </a:extLst>
              </p:cNvPr>
              <p:cNvSpPr/>
              <p:nvPr/>
            </p:nvSpPr>
            <p:spPr>
              <a:xfrm>
                <a:off x="1063652" y="8739389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EAE8FC43-1A16-01BF-E154-1747D2CE8143}"/>
                  </a:ext>
                </a:extLst>
              </p:cNvPr>
              <p:cNvSpPr/>
              <p:nvPr/>
            </p:nvSpPr>
            <p:spPr>
              <a:xfrm>
                <a:off x="1149150" y="8641878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F9881CC6-F399-58E2-8FFB-4FB6455B93A2}"/>
                  </a:ext>
                </a:extLst>
              </p:cNvPr>
              <p:cNvSpPr/>
              <p:nvPr/>
            </p:nvSpPr>
            <p:spPr>
              <a:xfrm>
                <a:off x="1234742" y="9226756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19 h 146219"/>
                  <a:gd name="connsiteX3" fmla="*/ 0 w 77051"/>
                  <a:gd name="connsiteY3" fmla="*/ 146219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19"/>
                    </a:lnTo>
                    <a:lnTo>
                      <a:pt x="0" y="14621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CD859E6D-A8F6-E091-5E49-2FB000BEA014}"/>
                  </a:ext>
                </a:extLst>
              </p:cNvPr>
              <p:cNvSpPr/>
              <p:nvPr/>
            </p:nvSpPr>
            <p:spPr>
              <a:xfrm>
                <a:off x="1320334" y="947048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E4641356-A7F3-DD75-B284-71B4B521DF89}"/>
                  </a:ext>
                </a:extLst>
              </p:cNvPr>
              <p:cNvSpPr/>
              <p:nvPr/>
            </p:nvSpPr>
            <p:spPr>
              <a:xfrm>
                <a:off x="1405926" y="9324267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5D855FE5-28E6-D91C-342D-02A4248BBF44}"/>
                  </a:ext>
                </a:extLst>
              </p:cNvPr>
              <p:cNvSpPr/>
              <p:nvPr/>
            </p:nvSpPr>
            <p:spPr>
              <a:xfrm>
                <a:off x="1662608" y="8885609"/>
                <a:ext cx="77051" cy="341241"/>
              </a:xfrm>
              <a:custGeom>
                <a:avLst/>
                <a:gdLst>
                  <a:gd name="connsiteX0" fmla="*/ 0 w 77051"/>
                  <a:gd name="connsiteY0" fmla="*/ 0 h 341241"/>
                  <a:gd name="connsiteX1" fmla="*/ 77052 w 77051"/>
                  <a:gd name="connsiteY1" fmla="*/ 0 h 341241"/>
                  <a:gd name="connsiteX2" fmla="*/ 77052 w 77051"/>
                  <a:gd name="connsiteY2" fmla="*/ 341242 h 341241"/>
                  <a:gd name="connsiteX3" fmla="*/ 0 w 77051"/>
                  <a:gd name="connsiteY3" fmla="*/ 341242 h 341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34124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341242"/>
                    </a:lnTo>
                    <a:lnTo>
                      <a:pt x="0" y="341242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CA383A48-63F8-50E8-0DFF-B3411ECC1193}"/>
                  </a:ext>
                </a:extLst>
              </p:cNvPr>
              <p:cNvSpPr/>
              <p:nvPr/>
            </p:nvSpPr>
            <p:spPr>
              <a:xfrm>
                <a:off x="2004882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5CC12000-6417-BF88-EDAF-F9025F5C9401}"/>
                  </a:ext>
                </a:extLst>
              </p:cNvPr>
              <p:cNvSpPr/>
              <p:nvPr/>
            </p:nvSpPr>
            <p:spPr>
              <a:xfrm>
                <a:off x="2090380" y="7618247"/>
                <a:ext cx="77051" cy="341241"/>
              </a:xfrm>
              <a:custGeom>
                <a:avLst/>
                <a:gdLst>
                  <a:gd name="connsiteX0" fmla="*/ 0 w 77051"/>
                  <a:gd name="connsiteY0" fmla="*/ 0 h 341241"/>
                  <a:gd name="connsiteX1" fmla="*/ 77052 w 77051"/>
                  <a:gd name="connsiteY1" fmla="*/ 0 h 341241"/>
                  <a:gd name="connsiteX2" fmla="*/ 77052 w 77051"/>
                  <a:gd name="connsiteY2" fmla="*/ 341242 h 341241"/>
                  <a:gd name="connsiteX3" fmla="*/ 0 w 77051"/>
                  <a:gd name="connsiteY3" fmla="*/ 341242 h 341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34124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341242"/>
                    </a:lnTo>
                    <a:lnTo>
                      <a:pt x="0" y="341242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06B42E34-4CC1-4765-02DB-451F2B753519}"/>
                  </a:ext>
                </a:extLst>
              </p:cNvPr>
              <p:cNvSpPr/>
              <p:nvPr/>
            </p:nvSpPr>
            <p:spPr>
              <a:xfrm>
                <a:off x="2347156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3FEF207F-3828-31A7-552B-221F1042350C}"/>
                  </a:ext>
                </a:extLst>
              </p:cNvPr>
              <p:cNvSpPr/>
              <p:nvPr/>
            </p:nvSpPr>
            <p:spPr>
              <a:xfrm>
                <a:off x="2432654" y="947048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8DD6359F-C125-D84E-B0F6-683FE87C44B4}"/>
                  </a:ext>
                </a:extLst>
              </p:cNvPr>
              <p:cNvSpPr/>
              <p:nvPr/>
            </p:nvSpPr>
            <p:spPr>
              <a:xfrm>
                <a:off x="2603838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BFEAF676-38E4-20D0-0281-E5E1A9445D2B}"/>
                  </a:ext>
                </a:extLst>
              </p:cNvPr>
              <p:cNvSpPr/>
              <p:nvPr/>
            </p:nvSpPr>
            <p:spPr>
              <a:xfrm>
                <a:off x="2689430" y="947048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4C4B5338-4B00-08A6-2893-A7CCAF4C8F1A}"/>
                  </a:ext>
                </a:extLst>
              </p:cNvPr>
              <p:cNvSpPr/>
              <p:nvPr/>
            </p:nvSpPr>
            <p:spPr>
              <a:xfrm>
                <a:off x="2860520" y="9519196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57921C6F-2CB3-8BE8-340D-D6B5B5D245AB}"/>
                  </a:ext>
                </a:extLst>
              </p:cNvPr>
              <p:cNvSpPr/>
              <p:nvPr/>
            </p:nvSpPr>
            <p:spPr>
              <a:xfrm>
                <a:off x="2946112" y="8836806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268494E3-4042-73C8-8048-4DAFEDC9A2F1}"/>
                  </a:ext>
                </a:extLst>
              </p:cNvPr>
              <p:cNvSpPr/>
              <p:nvPr/>
            </p:nvSpPr>
            <p:spPr>
              <a:xfrm>
                <a:off x="3117203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ECA5E208-3B95-8E1A-93A0-65C19B82E1D1}"/>
                  </a:ext>
                </a:extLst>
              </p:cNvPr>
              <p:cNvSpPr/>
              <p:nvPr/>
            </p:nvSpPr>
            <p:spPr>
              <a:xfrm>
                <a:off x="464602" y="9178048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19 h 146219"/>
                  <a:gd name="connsiteX3" fmla="*/ 0 w 77051"/>
                  <a:gd name="connsiteY3" fmla="*/ 146219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19"/>
                    </a:lnTo>
                    <a:lnTo>
                      <a:pt x="0" y="14621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1949AFDA-4CCA-150B-F665-571EC39EFCD9}"/>
                  </a:ext>
                </a:extLst>
              </p:cNvPr>
              <p:cNvSpPr/>
              <p:nvPr/>
            </p:nvSpPr>
            <p:spPr>
              <a:xfrm>
                <a:off x="550194" y="9080537"/>
                <a:ext cx="77051" cy="389950"/>
              </a:xfrm>
              <a:custGeom>
                <a:avLst/>
                <a:gdLst>
                  <a:gd name="connsiteX0" fmla="*/ 0 w 77051"/>
                  <a:gd name="connsiteY0" fmla="*/ 0 h 389950"/>
                  <a:gd name="connsiteX1" fmla="*/ 77052 w 77051"/>
                  <a:gd name="connsiteY1" fmla="*/ 0 h 389950"/>
                  <a:gd name="connsiteX2" fmla="*/ 77052 w 77051"/>
                  <a:gd name="connsiteY2" fmla="*/ 389950 h 389950"/>
                  <a:gd name="connsiteX3" fmla="*/ 0 w 77051"/>
                  <a:gd name="connsiteY3" fmla="*/ 389950 h 389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389950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389950"/>
                    </a:lnTo>
                    <a:lnTo>
                      <a:pt x="0" y="389950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77EFFE90-CD74-46AD-0C61-6AC3CC281C30}"/>
                  </a:ext>
                </a:extLst>
              </p:cNvPr>
              <p:cNvSpPr/>
              <p:nvPr/>
            </p:nvSpPr>
            <p:spPr>
              <a:xfrm>
                <a:off x="635786" y="8446856"/>
                <a:ext cx="77051" cy="731098"/>
              </a:xfrm>
              <a:custGeom>
                <a:avLst/>
                <a:gdLst>
                  <a:gd name="connsiteX0" fmla="*/ 0 w 77051"/>
                  <a:gd name="connsiteY0" fmla="*/ 0 h 731098"/>
                  <a:gd name="connsiteX1" fmla="*/ 77052 w 77051"/>
                  <a:gd name="connsiteY1" fmla="*/ 0 h 731098"/>
                  <a:gd name="connsiteX2" fmla="*/ 77052 w 77051"/>
                  <a:gd name="connsiteY2" fmla="*/ 731098 h 731098"/>
                  <a:gd name="connsiteX3" fmla="*/ 0 w 77051"/>
                  <a:gd name="connsiteY3" fmla="*/ 731098 h 731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73109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731098"/>
                    </a:lnTo>
                    <a:lnTo>
                      <a:pt x="0" y="731098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45E02079-3C01-B464-314D-61DD37C14A0D}"/>
                  </a:ext>
                </a:extLst>
              </p:cNvPr>
              <p:cNvSpPr/>
              <p:nvPr/>
            </p:nvSpPr>
            <p:spPr>
              <a:xfrm>
                <a:off x="721378" y="8788098"/>
                <a:ext cx="77051" cy="194928"/>
              </a:xfrm>
              <a:custGeom>
                <a:avLst/>
                <a:gdLst>
                  <a:gd name="connsiteX0" fmla="*/ 0 w 77051"/>
                  <a:gd name="connsiteY0" fmla="*/ 0 h 194928"/>
                  <a:gd name="connsiteX1" fmla="*/ 77052 w 77051"/>
                  <a:gd name="connsiteY1" fmla="*/ 0 h 194928"/>
                  <a:gd name="connsiteX2" fmla="*/ 77052 w 77051"/>
                  <a:gd name="connsiteY2" fmla="*/ 194928 h 194928"/>
                  <a:gd name="connsiteX3" fmla="*/ 0 w 7705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9492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C0731006-00E9-4C85-54C9-3FE6E191CEC6}"/>
                  </a:ext>
                </a:extLst>
              </p:cNvPr>
              <p:cNvSpPr/>
              <p:nvPr/>
            </p:nvSpPr>
            <p:spPr>
              <a:xfrm>
                <a:off x="806876" y="9324267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21F9930F-3D3D-79DE-099A-6C6E69E9682B}"/>
                  </a:ext>
                </a:extLst>
              </p:cNvPr>
              <p:cNvSpPr/>
              <p:nvPr/>
            </p:nvSpPr>
            <p:spPr>
              <a:xfrm>
                <a:off x="892468" y="9226756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192B623C-A21A-9358-1BE4-04A925B343D8}"/>
                  </a:ext>
                </a:extLst>
              </p:cNvPr>
              <p:cNvSpPr/>
              <p:nvPr/>
            </p:nvSpPr>
            <p:spPr>
              <a:xfrm>
                <a:off x="978060" y="7861977"/>
                <a:ext cx="77051" cy="584878"/>
              </a:xfrm>
              <a:custGeom>
                <a:avLst/>
                <a:gdLst>
                  <a:gd name="connsiteX0" fmla="*/ 0 w 77051"/>
                  <a:gd name="connsiteY0" fmla="*/ 0 h 584878"/>
                  <a:gd name="connsiteX1" fmla="*/ 77052 w 77051"/>
                  <a:gd name="connsiteY1" fmla="*/ 0 h 584878"/>
                  <a:gd name="connsiteX2" fmla="*/ 77052 w 77051"/>
                  <a:gd name="connsiteY2" fmla="*/ 584879 h 584878"/>
                  <a:gd name="connsiteX3" fmla="*/ 0 w 77051"/>
                  <a:gd name="connsiteY3" fmla="*/ 584879 h 584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58487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584879"/>
                    </a:lnTo>
                    <a:lnTo>
                      <a:pt x="0" y="58487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9B9DE26F-D667-7576-5049-B106727D3604}"/>
                  </a:ext>
                </a:extLst>
              </p:cNvPr>
              <p:cNvSpPr/>
              <p:nvPr/>
            </p:nvSpPr>
            <p:spPr>
              <a:xfrm>
                <a:off x="1063652" y="8836806"/>
                <a:ext cx="77051" cy="243730"/>
              </a:xfrm>
              <a:custGeom>
                <a:avLst/>
                <a:gdLst>
                  <a:gd name="connsiteX0" fmla="*/ 0 w 77051"/>
                  <a:gd name="connsiteY0" fmla="*/ 0 h 243730"/>
                  <a:gd name="connsiteX1" fmla="*/ 77052 w 77051"/>
                  <a:gd name="connsiteY1" fmla="*/ 0 h 243730"/>
                  <a:gd name="connsiteX2" fmla="*/ 77052 w 77051"/>
                  <a:gd name="connsiteY2" fmla="*/ 243731 h 243730"/>
                  <a:gd name="connsiteX3" fmla="*/ 0 w 77051"/>
                  <a:gd name="connsiteY3" fmla="*/ 243731 h 243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243730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243731"/>
                    </a:lnTo>
                    <a:lnTo>
                      <a:pt x="0" y="24373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3C2517AE-460E-8C7F-2232-F57B858CCB9C}"/>
                  </a:ext>
                </a:extLst>
              </p:cNvPr>
              <p:cNvSpPr/>
              <p:nvPr/>
            </p:nvSpPr>
            <p:spPr>
              <a:xfrm>
                <a:off x="1149150" y="8739389"/>
                <a:ext cx="77051" cy="194928"/>
              </a:xfrm>
              <a:custGeom>
                <a:avLst/>
                <a:gdLst>
                  <a:gd name="connsiteX0" fmla="*/ 0 w 77051"/>
                  <a:gd name="connsiteY0" fmla="*/ 0 h 194928"/>
                  <a:gd name="connsiteX1" fmla="*/ 77052 w 77051"/>
                  <a:gd name="connsiteY1" fmla="*/ 0 h 194928"/>
                  <a:gd name="connsiteX2" fmla="*/ 77052 w 77051"/>
                  <a:gd name="connsiteY2" fmla="*/ 194928 h 194928"/>
                  <a:gd name="connsiteX3" fmla="*/ 0 w 7705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9492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A1AEB620-068B-BB99-2AC8-B61AD80AB9D2}"/>
                  </a:ext>
                </a:extLst>
              </p:cNvPr>
              <p:cNvSpPr/>
              <p:nvPr/>
            </p:nvSpPr>
            <p:spPr>
              <a:xfrm>
                <a:off x="1234742" y="9372976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967D7A12-84F8-A4E5-6120-D1B46E4BB6F9}"/>
                  </a:ext>
                </a:extLst>
              </p:cNvPr>
              <p:cNvSpPr/>
              <p:nvPr/>
            </p:nvSpPr>
            <p:spPr>
              <a:xfrm>
                <a:off x="1405926" y="9421779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1F7E6FBF-1141-9E68-327E-93A2BDB53C81}"/>
                  </a:ext>
                </a:extLst>
              </p:cNvPr>
              <p:cNvSpPr/>
              <p:nvPr/>
            </p:nvSpPr>
            <p:spPr>
              <a:xfrm>
                <a:off x="1491424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EBE0D5ED-F51E-1D1E-6C23-F827F9FDD284}"/>
                  </a:ext>
                </a:extLst>
              </p:cNvPr>
              <p:cNvSpPr/>
              <p:nvPr/>
            </p:nvSpPr>
            <p:spPr>
              <a:xfrm>
                <a:off x="1662608" y="9226756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8416783B-BCA3-566F-21A8-62C8F7BFF6D1}"/>
                  </a:ext>
                </a:extLst>
              </p:cNvPr>
              <p:cNvSpPr/>
              <p:nvPr/>
            </p:nvSpPr>
            <p:spPr>
              <a:xfrm>
                <a:off x="2090380" y="7959488"/>
                <a:ext cx="77051" cy="926120"/>
              </a:xfrm>
              <a:custGeom>
                <a:avLst/>
                <a:gdLst>
                  <a:gd name="connsiteX0" fmla="*/ 0 w 77051"/>
                  <a:gd name="connsiteY0" fmla="*/ 0 h 926120"/>
                  <a:gd name="connsiteX1" fmla="*/ 77052 w 77051"/>
                  <a:gd name="connsiteY1" fmla="*/ 0 h 926120"/>
                  <a:gd name="connsiteX2" fmla="*/ 77052 w 77051"/>
                  <a:gd name="connsiteY2" fmla="*/ 926120 h 926120"/>
                  <a:gd name="connsiteX3" fmla="*/ 0 w 77051"/>
                  <a:gd name="connsiteY3" fmla="*/ 926120 h 926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26120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26120"/>
                    </a:lnTo>
                    <a:lnTo>
                      <a:pt x="0" y="926120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38E456E7-F681-CD05-7944-83EB6F51385D}"/>
                  </a:ext>
                </a:extLst>
              </p:cNvPr>
              <p:cNvSpPr/>
              <p:nvPr/>
            </p:nvSpPr>
            <p:spPr>
              <a:xfrm>
                <a:off x="2432654" y="9519196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EC174B5E-E6AE-CC25-AF40-93F567D0C53E}"/>
                  </a:ext>
                </a:extLst>
              </p:cNvPr>
              <p:cNvSpPr/>
              <p:nvPr/>
            </p:nvSpPr>
            <p:spPr>
              <a:xfrm>
                <a:off x="2518246" y="9421779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19 h 146219"/>
                  <a:gd name="connsiteX3" fmla="*/ 0 w 77051"/>
                  <a:gd name="connsiteY3" fmla="*/ 146219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19"/>
                    </a:lnTo>
                    <a:lnTo>
                      <a:pt x="0" y="14621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4E2FB39D-E511-82C0-6430-D6AD795D2402}"/>
                  </a:ext>
                </a:extLst>
              </p:cNvPr>
              <p:cNvSpPr/>
              <p:nvPr/>
            </p:nvSpPr>
            <p:spPr>
              <a:xfrm>
                <a:off x="2774928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657FC6D3-76B6-A055-1348-D3A32E0BD082}"/>
                  </a:ext>
                </a:extLst>
              </p:cNvPr>
              <p:cNvSpPr/>
              <p:nvPr/>
            </p:nvSpPr>
            <p:spPr>
              <a:xfrm>
                <a:off x="1662608" y="932426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16E9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9770C8F8-FA4F-BD93-3B13-FC2D49D86F96}"/>
                  </a:ext>
                </a:extLst>
              </p:cNvPr>
              <p:cNvSpPr/>
              <p:nvPr/>
            </p:nvSpPr>
            <p:spPr>
              <a:xfrm>
                <a:off x="2946112" y="893431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16E9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9DEE00A5-6F9D-17ED-7351-C138D0AF9082}"/>
                  </a:ext>
                </a:extLst>
              </p:cNvPr>
              <p:cNvSpPr/>
              <p:nvPr/>
            </p:nvSpPr>
            <p:spPr>
              <a:xfrm>
                <a:off x="2860520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1CD7FD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062EEA3A-D1CC-8765-33DE-30B3FA050C55}"/>
                  </a:ext>
                </a:extLst>
              </p:cNvPr>
              <p:cNvSpPr/>
              <p:nvPr/>
            </p:nvSpPr>
            <p:spPr>
              <a:xfrm>
                <a:off x="464602" y="9324267"/>
                <a:ext cx="77051" cy="194928"/>
              </a:xfrm>
              <a:custGeom>
                <a:avLst/>
                <a:gdLst>
                  <a:gd name="connsiteX0" fmla="*/ 0 w 77051"/>
                  <a:gd name="connsiteY0" fmla="*/ 0 h 194928"/>
                  <a:gd name="connsiteX1" fmla="*/ 77052 w 77051"/>
                  <a:gd name="connsiteY1" fmla="*/ 0 h 194928"/>
                  <a:gd name="connsiteX2" fmla="*/ 77052 w 77051"/>
                  <a:gd name="connsiteY2" fmla="*/ 194928 h 194928"/>
                  <a:gd name="connsiteX3" fmla="*/ 0 w 7705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9492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23A24BE0-28D0-C6D7-6BDC-D56617E80DEC}"/>
                  </a:ext>
                </a:extLst>
              </p:cNvPr>
              <p:cNvSpPr/>
              <p:nvPr/>
            </p:nvSpPr>
            <p:spPr>
              <a:xfrm>
                <a:off x="550194" y="947048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7D30A9FE-73DE-4B1D-FE4B-2A7A1A6C603D}"/>
                  </a:ext>
                </a:extLst>
              </p:cNvPr>
              <p:cNvSpPr/>
              <p:nvPr/>
            </p:nvSpPr>
            <p:spPr>
              <a:xfrm>
                <a:off x="635786" y="9178048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19 h 146219"/>
                  <a:gd name="connsiteX3" fmla="*/ 0 w 77051"/>
                  <a:gd name="connsiteY3" fmla="*/ 146219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19"/>
                    </a:lnTo>
                    <a:lnTo>
                      <a:pt x="0" y="14621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472AE2C4-5AF1-F336-68BB-3BE712912EA6}"/>
                  </a:ext>
                </a:extLst>
              </p:cNvPr>
              <p:cNvSpPr/>
              <p:nvPr/>
            </p:nvSpPr>
            <p:spPr>
              <a:xfrm>
                <a:off x="721378" y="8983026"/>
                <a:ext cx="77051" cy="292439"/>
              </a:xfrm>
              <a:custGeom>
                <a:avLst/>
                <a:gdLst>
                  <a:gd name="connsiteX0" fmla="*/ 0 w 77051"/>
                  <a:gd name="connsiteY0" fmla="*/ 0 h 292439"/>
                  <a:gd name="connsiteX1" fmla="*/ 77052 w 77051"/>
                  <a:gd name="connsiteY1" fmla="*/ 0 h 292439"/>
                  <a:gd name="connsiteX2" fmla="*/ 77052 w 77051"/>
                  <a:gd name="connsiteY2" fmla="*/ 292439 h 292439"/>
                  <a:gd name="connsiteX3" fmla="*/ 0 w 77051"/>
                  <a:gd name="connsiteY3" fmla="*/ 292439 h 29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29243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292439"/>
                    </a:lnTo>
                    <a:lnTo>
                      <a:pt x="0" y="29243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634F6E19-AD6C-958B-466F-DC8BEC2498D8}"/>
                  </a:ext>
                </a:extLst>
              </p:cNvPr>
              <p:cNvSpPr/>
              <p:nvPr/>
            </p:nvSpPr>
            <p:spPr>
              <a:xfrm>
                <a:off x="806876" y="9421779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19 h 146219"/>
                  <a:gd name="connsiteX3" fmla="*/ 0 w 77051"/>
                  <a:gd name="connsiteY3" fmla="*/ 146219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19"/>
                    </a:lnTo>
                    <a:lnTo>
                      <a:pt x="0" y="14621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10F475DE-A0E5-F706-9AEA-F9347A698A14}"/>
                  </a:ext>
                </a:extLst>
              </p:cNvPr>
              <p:cNvSpPr/>
              <p:nvPr/>
            </p:nvSpPr>
            <p:spPr>
              <a:xfrm>
                <a:off x="892468" y="9324267"/>
                <a:ext cx="77051" cy="292439"/>
              </a:xfrm>
              <a:custGeom>
                <a:avLst/>
                <a:gdLst>
                  <a:gd name="connsiteX0" fmla="*/ 0 w 77051"/>
                  <a:gd name="connsiteY0" fmla="*/ 0 h 292439"/>
                  <a:gd name="connsiteX1" fmla="*/ 77052 w 77051"/>
                  <a:gd name="connsiteY1" fmla="*/ 0 h 292439"/>
                  <a:gd name="connsiteX2" fmla="*/ 77052 w 77051"/>
                  <a:gd name="connsiteY2" fmla="*/ 292439 h 292439"/>
                  <a:gd name="connsiteX3" fmla="*/ 0 w 77051"/>
                  <a:gd name="connsiteY3" fmla="*/ 292439 h 29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29243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292439"/>
                    </a:lnTo>
                    <a:lnTo>
                      <a:pt x="0" y="29243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9C947C9D-32A6-7A4C-BD0A-D1E9F17CA011}"/>
                  </a:ext>
                </a:extLst>
              </p:cNvPr>
              <p:cNvSpPr/>
              <p:nvPr/>
            </p:nvSpPr>
            <p:spPr>
              <a:xfrm>
                <a:off x="978060" y="8446856"/>
                <a:ext cx="77051" cy="1121048"/>
              </a:xfrm>
              <a:custGeom>
                <a:avLst/>
                <a:gdLst>
                  <a:gd name="connsiteX0" fmla="*/ 0 w 77051"/>
                  <a:gd name="connsiteY0" fmla="*/ 0 h 1121048"/>
                  <a:gd name="connsiteX1" fmla="*/ 77052 w 77051"/>
                  <a:gd name="connsiteY1" fmla="*/ 0 h 1121048"/>
                  <a:gd name="connsiteX2" fmla="*/ 77052 w 77051"/>
                  <a:gd name="connsiteY2" fmla="*/ 1121049 h 1121048"/>
                  <a:gd name="connsiteX3" fmla="*/ 0 w 77051"/>
                  <a:gd name="connsiteY3" fmla="*/ 1121049 h 1121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12104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121049"/>
                    </a:lnTo>
                    <a:lnTo>
                      <a:pt x="0" y="112104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37C45F02-B4E1-4FC3-1538-EBDA87EB6095}"/>
                  </a:ext>
                </a:extLst>
              </p:cNvPr>
              <p:cNvSpPr/>
              <p:nvPr/>
            </p:nvSpPr>
            <p:spPr>
              <a:xfrm>
                <a:off x="1063652" y="9080537"/>
                <a:ext cx="77051" cy="194928"/>
              </a:xfrm>
              <a:custGeom>
                <a:avLst/>
                <a:gdLst>
                  <a:gd name="connsiteX0" fmla="*/ 0 w 77051"/>
                  <a:gd name="connsiteY0" fmla="*/ 0 h 194928"/>
                  <a:gd name="connsiteX1" fmla="*/ 77052 w 77051"/>
                  <a:gd name="connsiteY1" fmla="*/ 0 h 194928"/>
                  <a:gd name="connsiteX2" fmla="*/ 77052 w 77051"/>
                  <a:gd name="connsiteY2" fmla="*/ 194928 h 194928"/>
                  <a:gd name="connsiteX3" fmla="*/ 0 w 7705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9492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397672BC-73BD-6B07-57F2-E3557DB60BA0}"/>
                  </a:ext>
                </a:extLst>
              </p:cNvPr>
              <p:cNvSpPr/>
              <p:nvPr/>
            </p:nvSpPr>
            <p:spPr>
              <a:xfrm>
                <a:off x="1149150" y="8934317"/>
                <a:ext cx="77051" cy="438658"/>
              </a:xfrm>
              <a:custGeom>
                <a:avLst/>
                <a:gdLst>
                  <a:gd name="connsiteX0" fmla="*/ 0 w 77051"/>
                  <a:gd name="connsiteY0" fmla="*/ 0 h 438658"/>
                  <a:gd name="connsiteX1" fmla="*/ 77052 w 77051"/>
                  <a:gd name="connsiteY1" fmla="*/ 0 h 438658"/>
                  <a:gd name="connsiteX2" fmla="*/ 77052 w 77051"/>
                  <a:gd name="connsiteY2" fmla="*/ 438659 h 438658"/>
                  <a:gd name="connsiteX3" fmla="*/ 0 w 77051"/>
                  <a:gd name="connsiteY3" fmla="*/ 438659 h 438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3865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38659"/>
                    </a:lnTo>
                    <a:lnTo>
                      <a:pt x="0" y="43865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EEFF493B-1C05-0465-5E13-F7CAC399BF9D}"/>
                  </a:ext>
                </a:extLst>
              </p:cNvPr>
              <p:cNvSpPr/>
              <p:nvPr/>
            </p:nvSpPr>
            <p:spPr>
              <a:xfrm>
                <a:off x="1234742" y="9470487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76D01EA1-3FF9-FC2F-023C-08EF75463AA2}"/>
                  </a:ext>
                </a:extLst>
              </p:cNvPr>
              <p:cNvSpPr/>
              <p:nvPr/>
            </p:nvSpPr>
            <p:spPr>
              <a:xfrm>
                <a:off x="1320334" y="9519196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FF631B38-6F5A-DF55-04C4-1E9C97F0F8A1}"/>
                  </a:ext>
                </a:extLst>
              </p:cNvPr>
              <p:cNvSpPr/>
              <p:nvPr/>
            </p:nvSpPr>
            <p:spPr>
              <a:xfrm>
                <a:off x="1405926" y="9470487"/>
                <a:ext cx="77051" cy="194928"/>
              </a:xfrm>
              <a:custGeom>
                <a:avLst/>
                <a:gdLst>
                  <a:gd name="connsiteX0" fmla="*/ 0 w 77051"/>
                  <a:gd name="connsiteY0" fmla="*/ 0 h 194928"/>
                  <a:gd name="connsiteX1" fmla="*/ 77052 w 77051"/>
                  <a:gd name="connsiteY1" fmla="*/ 0 h 194928"/>
                  <a:gd name="connsiteX2" fmla="*/ 77052 w 77051"/>
                  <a:gd name="connsiteY2" fmla="*/ 194928 h 194928"/>
                  <a:gd name="connsiteX3" fmla="*/ 0 w 7705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9492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A0AE09ED-9664-F160-01B7-215003EBC827}"/>
                  </a:ext>
                </a:extLst>
              </p:cNvPr>
              <p:cNvSpPr/>
              <p:nvPr/>
            </p:nvSpPr>
            <p:spPr>
              <a:xfrm>
                <a:off x="1491424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D6C4C2D6-E183-27DB-C73F-2FC8F72F1C7F}"/>
                  </a:ext>
                </a:extLst>
              </p:cNvPr>
              <p:cNvSpPr/>
              <p:nvPr/>
            </p:nvSpPr>
            <p:spPr>
              <a:xfrm>
                <a:off x="1577016" y="9519196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BC365638-41D2-16AB-2EA2-1D3AFA49D6FA}"/>
                  </a:ext>
                </a:extLst>
              </p:cNvPr>
              <p:cNvSpPr/>
              <p:nvPr/>
            </p:nvSpPr>
            <p:spPr>
              <a:xfrm>
                <a:off x="1662608" y="9372976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20 h 146219"/>
                  <a:gd name="connsiteX3" fmla="*/ 0 w 7705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2DFCA693-111C-707D-2C33-0C8DE8BA72D0}"/>
                  </a:ext>
                </a:extLst>
              </p:cNvPr>
              <p:cNvSpPr/>
              <p:nvPr/>
            </p:nvSpPr>
            <p:spPr>
              <a:xfrm>
                <a:off x="1919290" y="9470487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5451768F-0F98-A0DD-51ED-CECCB7129A95}"/>
                  </a:ext>
                </a:extLst>
              </p:cNvPr>
              <p:cNvSpPr/>
              <p:nvPr/>
            </p:nvSpPr>
            <p:spPr>
              <a:xfrm>
                <a:off x="2090380" y="8885609"/>
                <a:ext cx="77051" cy="438658"/>
              </a:xfrm>
              <a:custGeom>
                <a:avLst/>
                <a:gdLst>
                  <a:gd name="connsiteX0" fmla="*/ 0 w 77051"/>
                  <a:gd name="connsiteY0" fmla="*/ 0 h 438658"/>
                  <a:gd name="connsiteX1" fmla="*/ 77052 w 77051"/>
                  <a:gd name="connsiteY1" fmla="*/ 0 h 438658"/>
                  <a:gd name="connsiteX2" fmla="*/ 77052 w 77051"/>
                  <a:gd name="connsiteY2" fmla="*/ 438659 h 438658"/>
                  <a:gd name="connsiteX3" fmla="*/ 0 w 77051"/>
                  <a:gd name="connsiteY3" fmla="*/ 438659 h 438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3865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38659"/>
                    </a:lnTo>
                    <a:lnTo>
                      <a:pt x="0" y="43865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C8D3FE93-A4CF-1C02-141A-E841D1B75D8E}"/>
                  </a:ext>
                </a:extLst>
              </p:cNvPr>
              <p:cNvSpPr/>
              <p:nvPr/>
            </p:nvSpPr>
            <p:spPr>
              <a:xfrm>
                <a:off x="2432654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6A155C64-9D4F-8A8E-70BC-A009C10E26E0}"/>
                  </a:ext>
                </a:extLst>
              </p:cNvPr>
              <p:cNvSpPr/>
              <p:nvPr/>
            </p:nvSpPr>
            <p:spPr>
              <a:xfrm>
                <a:off x="2689430" y="9519196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BDC35137-316A-1C10-DD9D-CCC747C788CB}"/>
                  </a:ext>
                </a:extLst>
              </p:cNvPr>
              <p:cNvSpPr/>
              <p:nvPr/>
            </p:nvSpPr>
            <p:spPr>
              <a:xfrm>
                <a:off x="2946112" y="8983026"/>
                <a:ext cx="77051" cy="682389"/>
              </a:xfrm>
              <a:custGeom>
                <a:avLst/>
                <a:gdLst>
                  <a:gd name="connsiteX0" fmla="*/ 0 w 77051"/>
                  <a:gd name="connsiteY0" fmla="*/ 0 h 682389"/>
                  <a:gd name="connsiteX1" fmla="*/ 77052 w 77051"/>
                  <a:gd name="connsiteY1" fmla="*/ 0 h 682389"/>
                  <a:gd name="connsiteX2" fmla="*/ 77052 w 77051"/>
                  <a:gd name="connsiteY2" fmla="*/ 682390 h 682389"/>
                  <a:gd name="connsiteX3" fmla="*/ 0 w 77051"/>
                  <a:gd name="connsiteY3" fmla="*/ 682390 h 68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68238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682390"/>
                    </a:lnTo>
                    <a:lnTo>
                      <a:pt x="0" y="682390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24921960-6DBD-9510-2031-EEA055BF319E}"/>
                  </a:ext>
                </a:extLst>
              </p:cNvPr>
              <p:cNvSpPr/>
              <p:nvPr/>
            </p:nvSpPr>
            <p:spPr>
              <a:xfrm>
                <a:off x="464602" y="9519196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20 h 146219"/>
                  <a:gd name="connsiteX3" fmla="*/ 0 w 7705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9D209441-16E8-3825-09A0-067003D70D94}"/>
                  </a:ext>
                </a:extLst>
              </p:cNvPr>
              <p:cNvSpPr/>
              <p:nvPr/>
            </p:nvSpPr>
            <p:spPr>
              <a:xfrm>
                <a:off x="550194" y="9519196"/>
                <a:ext cx="77051" cy="146219"/>
              </a:xfrm>
              <a:custGeom>
                <a:avLst/>
                <a:gdLst>
                  <a:gd name="connsiteX0" fmla="*/ 0 w 77051"/>
                  <a:gd name="connsiteY0" fmla="*/ 0 h 146219"/>
                  <a:gd name="connsiteX1" fmla="*/ 77052 w 77051"/>
                  <a:gd name="connsiteY1" fmla="*/ 0 h 146219"/>
                  <a:gd name="connsiteX2" fmla="*/ 77052 w 77051"/>
                  <a:gd name="connsiteY2" fmla="*/ 146220 h 146219"/>
                  <a:gd name="connsiteX3" fmla="*/ 0 w 77051"/>
                  <a:gd name="connsiteY3" fmla="*/ 146220 h 14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4621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46220"/>
                    </a:lnTo>
                    <a:lnTo>
                      <a:pt x="0" y="146220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0E6F54CB-CA58-33B1-F206-B3811CD01A73}"/>
                  </a:ext>
                </a:extLst>
              </p:cNvPr>
              <p:cNvSpPr/>
              <p:nvPr/>
            </p:nvSpPr>
            <p:spPr>
              <a:xfrm>
                <a:off x="635786" y="9324267"/>
                <a:ext cx="77051" cy="341241"/>
              </a:xfrm>
              <a:custGeom>
                <a:avLst/>
                <a:gdLst>
                  <a:gd name="connsiteX0" fmla="*/ 0 w 77051"/>
                  <a:gd name="connsiteY0" fmla="*/ 0 h 341241"/>
                  <a:gd name="connsiteX1" fmla="*/ 77052 w 77051"/>
                  <a:gd name="connsiteY1" fmla="*/ 0 h 341241"/>
                  <a:gd name="connsiteX2" fmla="*/ 77052 w 77051"/>
                  <a:gd name="connsiteY2" fmla="*/ 341242 h 341241"/>
                  <a:gd name="connsiteX3" fmla="*/ 0 w 77051"/>
                  <a:gd name="connsiteY3" fmla="*/ 341242 h 341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34124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341242"/>
                    </a:lnTo>
                    <a:lnTo>
                      <a:pt x="0" y="341242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20BF61A0-4296-0972-0F0C-FE423786480E}"/>
                  </a:ext>
                </a:extLst>
              </p:cNvPr>
              <p:cNvSpPr/>
              <p:nvPr/>
            </p:nvSpPr>
            <p:spPr>
              <a:xfrm>
                <a:off x="721378" y="9275559"/>
                <a:ext cx="77051" cy="389950"/>
              </a:xfrm>
              <a:custGeom>
                <a:avLst/>
                <a:gdLst>
                  <a:gd name="connsiteX0" fmla="*/ 0 w 77051"/>
                  <a:gd name="connsiteY0" fmla="*/ 0 h 389950"/>
                  <a:gd name="connsiteX1" fmla="*/ 77052 w 77051"/>
                  <a:gd name="connsiteY1" fmla="*/ 0 h 389950"/>
                  <a:gd name="connsiteX2" fmla="*/ 77052 w 77051"/>
                  <a:gd name="connsiteY2" fmla="*/ 389950 h 389950"/>
                  <a:gd name="connsiteX3" fmla="*/ 0 w 77051"/>
                  <a:gd name="connsiteY3" fmla="*/ 389950 h 389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389950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389950"/>
                    </a:lnTo>
                    <a:lnTo>
                      <a:pt x="0" y="389950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47E7F23E-9D32-D89C-7680-3796A63E1CDB}"/>
                  </a:ext>
                </a:extLst>
              </p:cNvPr>
              <p:cNvSpPr/>
              <p:nvPr/>
            </p:nvSpPr>
            <p:spPr>
              <a:xfrm>
                <a:off x="806876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545F1211-B075-C322-4475-6348F25CA0B8}"/>
                  </a:ext>
                </a:extLst>
              </p:cNvPr>
              <p:cNvSpPr/>
              <p:nvPr/>
            </p:nvSpPr>
            <p:spPr>
              <a:xfrm>
                <a:off x="892468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68136033-68D1-CB85-B7BE-7E5C074BB9DF}"/>
                  </a:ext>
                </a:extLst>
              </p:cNvPr>
              <p:cNvSpPr/>
              <p:nvPr/>
            </p:nvSpPr>
            <p:spPr>
              <a:xfrm>
                <a:off x="978060" y="9567998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55B6B49C-3B0C-B7C7-E2A0-147DB69EEAF5}"/>
                  </a:ext>
                </a:extLst>
              </p:cNvPr>
              <p:cNvSpPr/>
              <p:nvPr/>
            </p:nvSpPr>
            <p:spPr>
              <a:xfrm>
                <a:off x="1063652" y="9275559"/>
                <a:ext cx="77051" cy="389950"/>
              </a:xfrm>
              <a:custGeom>
                <a:avLst/>
                <a:gdLst>
                  <a:gd name="connsiteX0" fmla="*/ 0 w 77051"/>
                  <a:gd name="connsiteY0" fmla="*/ 0 h 389950"/>
                  <a:gd name="connsiteX1" fmla="*/ 77052 w 77051"/>
                  <a:gd name="connsiteY1" fmla="*/ 0 h 389950"/>
                  <a:gd name="connsiteX2" fmla="*/ 77052 w 77051"/>
                  <a:gd name="connsiteY2" fmla="*/ 389950 h 389950"/>
                  <a:gd name="connsiteX3" fmla="*/ 0 w 77051"/>
                  <a:gd name="connsiteY3" fmla="*/ 389950 h 389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389950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389950"/>
                    </a:lnTo>
                    <a:lnTo>
                      <a:pt x="0" y="389950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7F286E24-1449-217B-8CA4-C6C45AD15369}"/>
                  </a:ext>
                </a:extLst>
              </p:cNvPr>
              <p:cNvSpPr/>
              <p:nvPr/>
            </p:nvSpPr>
            <p:spPr>
              <a:xfrm>
                <a:off x="1149150" y="9372976"/>
                <a:ext cx="77051" cy="194928"/>
              </a:xfrm>
              <a:custGeom>
                <a:avLst/>
                <a:gdLst>
                  <a:gd name="connsiteX0" fmla="*/ 0 w 77051"/>
                  <a:gd name="connsiteY0" fmla="*/ 0 h 194928"/>
                  <a:gd name="connsiteX1" fmla="*/ 77052 w 77051"/>
                  <a:gd name="connsiteY1" fmla="*/ 0 h 194928"/>
                  <a:gd name="connsiteX2" fmla="*/ 77052 w 77051"/>
                  <a:gd name="connsiteY2" fmla="*/ 194928 h 194928"/>
                  <a:gd name="connsiteX3" fmla="*/ 0 w 77051"/>
                  <a:gd name="connsiteY3" fmla="*/ 194928 h 1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19492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194928"/>
                    </a:lnTo>
                    <a:lnTo>
                      <a:pt x="0" y="194928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B9ED0ABC-4C9D-A054-D241-84A835C3F3AB}"/>
                  </a:ext>
                </a:extLst>
              </p:cNvPr>
              <p:cNvSpPr/>
              <p:nvPr/>
            </p:nvSpPr>
            <p:spPr>
              <a:xfrm>
                <a:off x="1234742" y="9567998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1269AC36-8FA6-F304-1173-C2693C1C6956}"/>
                  </a:ext>
                </a:extLst>
              </p:cNvPr>
              <p:cNvSpPr/>
              <p:nvPr/>
            </p:nvSpPr>
            <p:spPr>
              <a:xfrm>
                <a:off x="1320334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450B5F81-27B7-0781-CC94-6ECEBF6AC967}"/>
                  </a:ext>
                </a:extLst>
              </p:cNvPr>
              <p:cNvSpPr/>
              <p:nvPr/>
            </p:nvSpPr>
            <p:spPr>
              <a:xfrm>
                <a:off x="1577016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46CA6D5A-E73D-28EC-51AA-40862E0D1916}"/>
                  </a:ext>
                </a:extLst>
              </p:cNvPr>
              <p:cNvSpPr/>
              <p:nvPr/>
            </p:nvSpPr>
            <p:spPr>
              <a:xfrm>
                <a:off x="1662608" y="9519196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A63200ED-D01B-D0B8-517E-36E231A5A931}"/>
                  </a:ext>
                </a:extLst>
              </p:cNvPr>
              <p:cNvSpPr/>
              <p:nvPr/>
            </p:nvSpPr>
            <p:spPr>
              <a:xfrm>
                <a:off x="1919290" y="9567998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0E60D301-307F-8877-3E27-0432D4163A82}"/>
                  </a:ext>
                </a:extLst>
              </p:cNvPr>
              <p:cNvSpPr/>
              <p:nvPr/>
            </p:nvSpPr>
            <p:spPr>
              <a:xfrm>
                <a:off x="2004882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7F5C19D2-0904-BF9C-1AEF-185D95149955}"/>
                  </a:ext>
                </a:extLst>
              </p:cNvPr>
              <p:cNvSpPr/>
              <p:nvPr/>
            </p:nvSpPr>
            <p:spPr>
              <a:xfrm>
                <a:off x="2090380" y="9324267"/>
                <a:ext cx="77051" cy="292439"/>
              </a:xfrm>
              <a:custGeom>
                <a:avLst/>
                <a:gdLst>
                  <a:gd name="connsiteX0" fmla="*/ 0 w 77051"/>
                  <a:gd name="connsiteY0" fmla="*/ 0 h 292439"/>
                  <a:gd name="connsiteX1" fmla="*/ 77052 w 77051"/>
                  <a:gd name="connsiteY1" fmla="*/ 0 h 292439"/>
                  <a:gd name="connsiteX2" fmla="*/ 77052 w 77051"/>
                  <a:gd name="connsiteY2" fmla="*/ 292439 h 292439"/>
                  <a:gd name="connsiteX3" fmla="*/ 0 w 77051"/>
                  <a:gd name="connsiteY3" fmla="*/ 292439 h 29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292439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292439"/>
                    </a:lnTo>
                    <a:lnTo>
                      <a:pt x="0" y="29243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BC2B4CDD-F352-4727-1582-568FACC6A216}"/>
                  </a:ext>
                </a:extLst>
              </p:cNvPr>
              <p:cNvSpPr/>
              <p:nvPr/>
            </p:nvSpPr>
            <p:spPr>
              <a:xfrm>
                <a:off x="2175972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2D7B118F-98B5-6314-C3F4-326425928E39}"/>
                  </a:ext>
                </a:extLst>
              </p:cNvPr>
              <p:cNvSpPr/>
              <p:nvPr/>
            </p:nvSpPr>
            <p:spPr>
              <a:xfrm>
                <a:off x="2261564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5A1403F4-353C-D8A5-B56F-13ACD75D01EA}"/>
                  </a:ext>
                </a:extLst>
              </p:cNvPr>
              <p:cNvSpPr/>
              <p:nvPr/>
            </p:nvSpPr>
            <p:spPr>
              <a:xfrm>
                <a:off x="2432654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224C8DC2-01E9-6984-16FC-9096F6265B59}"/>
                  </a:ext>
                </a:extLst>
              </p:cNvPr>
              <p:cNvSpPr/>
              <p:nvPr/>
            </p:nvSpPr>
            <p:spPr>
              <a:xfrm>
                <a:off x="2518246" y="9567998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5AD2BE70-E631-A5FF-D9BA-919331C31C68}"/>
                  </a:ext>
                </a:extLst>
              </p:cNvPr>
              <p:cNvSpPr/>
              <p:nvPr/>
            </p:nvSpPr>
            <p:spPr>
              <a:xfrm>
                <a:off x="2603838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55B09108-3572-A481-C9DC-4785041AA6CA}"/>
                  </a:ext>
                </a:extLst>
              </p:cNvPr>
              <p:cNvSpPr/>
              <p:nvPr/>
            </p:nvSpPr>
            <p:spPr>
              <a:xfrm>
                <a:off x="1149150" y="9567998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D670172A-516B-6B60-B55B-691504460201}"/>
                  </a:ext>
                </a:extLst>
              </p:cNvPr>
              <p:cNvSpPr/>
              <p:nvPr/>
            </p:nvSpPr>
            <p:spPr>
              <a:xfrm>
                <a:off x="1662608" y="9567998"/>
                <a:ext cx="77051" cy="97511"/>
              </a:xfrm>
              <a:custGeom>
                <a:avLst/>
                <a:gdLst>
                  <a:gd name="connsiteX0" fmla="*/ 0 w 77051"/>
                  <a:gd name="connsiteY0" fmla="*/ 0 h 97511"/>
                  <a:gd name="connsiteX1" fmla="*/ 77052 w 77051"/>
                  <a:gd name="connsiteY1" fmla="*/ 0 h 97511"/>
                  <a:gd name="connsiteX2" fmla="*/ 77052 w 77051"/>
                  <a:gd name="connsiteY2" fmla="*/ 97511 h 97511"/>
                  <a:gd name="connsiteX3" fmla="*/ 0 w 77051"/>
                  <a:gd name="connsiteY3" fmla="*/ 97511 h 97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97511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97511"/>
                    </a:lnTo>
                    <a:lnTo>
                      <a:pt x="0" y="97511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7F6B49B2-AEB5-0118-681E-77A35CDABB74}"/>
                  </a:ext>
                </a:extLst>
              </p:cNvPr>
              <p:cNvSpPr/>
              <p:nvPr/>
            </p:nvSpPr>
            <p:spPr>
              <a:xfrm>
                <a:off x="2090380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2BDD40CF-D8A9-BFA3-EC9B-E37509AE9374}"/>
                  </a:ext>
                </a:extLst>
              </p:cNvPr>
              <p:cNvSpPr/>
              <p:nvPr/>
            </p:nvSpPr>
            <p:spPr>
              <a:xfrm>
                <a:off x="2261564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 355">
                <a:extLst>
                  <a:ext uri="{FF2B5EF4-FFF2-40B4-BE49-F238E27FC236}">
                    <a16:creationId xmlns:a16="http://schemas.microsoft.com/office/drawing/2014/main" id="{CB8846F1-F36C-E195-9594-64456936C9CD}"/>
                  </a:ext>
                </a:extLst>
              </p:cNvPr>
              <p:cNvSpPr/>
              <p:nvPr/>
            </p:nvSpPr>
            <p:spPr>
              <a:xfrm>
                <a:off x="806876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4A307FF5-AA88-A4B4-0212-2816FBFDD992}"/>
                  </a:ext>
                </a:extLst>
              </p:cNvPr>
              <p:cNvSpPr/>
              <p:nvPr/>
            </p:nvSpPr>
            <p:spPr>
              <a:xfrm>
                <a:off x="1149150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A33CD273-956A-DD48-C4A7-D09C7BB42B9C}"/>
                  </a:ext>
                </a:extLst>
              </p:cNvPr>
              <p:cNvSpPr/>
              <p:nvPr/>
            </p:nvSpPr>
            <p:spPr>
              <a:xfrm>
                <a:off x="2689430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 358">
                <a:extLst>
                  <a:ext uri="{FF2B5EF4-FFF2-40B4-BE49-F238E27FC236}">
                    <a16:creationId xmlns:a16="http://schemas.microsoft.com/office/drawing/2014/main" id="{ED7A5B9D-CDEE-9BA7-45F1-AC83F6C5DB71}"/>
                  </a:ext>
                </a:extLst>
              </p:cNvPr>
              <p:cNvSpPr/>
              <p:nvPr/>
            </p:nvSpPr>
            <p:spPr>
              <a:xfrm>
                <a:off x="2774928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40EB346C-CD47-B9E7-7EA1-C6C1E2CFDA83}"/>
                  </a:ext>
                </a:extLst>
              </p:cNvPr>
              <p:cNvSpPr/>
              <p:nvPr/>
            </p:nvSpPr>
            <p:spPr>
              <a:xfrm>
                <a:off x="2860520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2 w 77051"/>
                  <a:gd name="connsiteY1" fmla="*/ 0 h 48708"/>
                  <a:gd name="connsiteX2" fmla="*/ 77052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2" y="0"/>
                    </a:lnTo>
                    <a:lnTo>
                      <a:pt x="77052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12A5F607-2DEC-6F83-A245-08F17C865C6C}"/>
                  </a:ext>
                </a:extLst>
              </p:cNvPr>
              <p:cNvSpPr/>
              <p:nvPr/>
            </p:nvSpPr>
            <p:spPr>
              <a:xfrm>
                <a:off x="3117203" y="9616707"/>
                <a:ext cx="77051" cy="48708"/>
              </a:xfrm>
              <a:custGeom>
                <a:avLst/>
                <a:gdLst>
                  <a:gd name="connsiteX0" fmla="*/ 0 w 77051"/>
                  <a:gd name="connsiteY0" fmla="*/ 0 h 48708"/>
                  <a:gd name="connsiteX1" fmla="*/ 77051 w 77051"/>
                  <a:gd name="connsiteY1" fmla="*/ 0 h 48708"/>
                  <a:gd name="connsiteX2" fmla="*/ 77051 w 77051"/>
                  <a:gd name="connsiteY2" fmla="*/ 48709 h 48708"/>
                  <a:gd name="connsiteX3" fmla="*/ 0 w 77051"/>
                  <a:gd name="connsiteY3" fmla="*/ 48709 h 4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1" h="48708">
                    <a:moveTo>
                      <a:pt x="0" y="0"/>
                    </a:moveTo>
                    <a:lnTo>
                      <a:pt x="77051" y="0"/>
                    </a:lnTo>
                    <a:lnTo>
                      <a:pt x="77051" y="48709"/>
                    </a:lnTo>
                    <a:lnTo>
                      <a:pt x="0" y="48709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05ECAC7F-82E7-B2E0-A672-07E17126EF10}"/>
                  </a:ext>
                </a:extLst>
              </p:cNvPr>
              <p:cNvSpPr txBox="1"/>
              <p:nvPr/>
            </p:nvSpPr>
            <p:spPr>
              <a:xfrm>
                <a:off x="61679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982FB496-84CE-0C34-6588-A9C6149CC60A}"/>
                  </a:ext>
                </a:extLst>
              </p:cNvPr>
              <p:cNvSpPr txBox="1"/>
              <p:nvPr/>
            </p:nvSpPr>
            <p:spPr>
              <a:xfrm>
                <a:off x="873481" y="67512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6FC2434A-6A87-D882-7F08-BC707167D805}"/>
                  </a:ext>
                </a:extLst>
              </p:cNvPr>
              <p:cNvSpPr txBox="1"/>
              <p:nvPr/>
            </p:nvSpPr>
            <p:spPr>
              <a:xfrm>
                <a:off x="155802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65" name="TextBox 364">
                <a:extLst>
                  <a:ext uri="{FF2B5EF4-FFF2-40B4-BE49-F238E27FC236}">
                    <a16:creationId xmlns:a16="http://schemas.microsoft.com/office/drawing/2014/main" id="{C44E18EB-FAB6-2C5E-66C3-042A58CFB030}"/>
                  </a:ext>
                </a:extLst>
              </p:cNvPr>
              <p:cNvSpPr txBox="1"/>
              <p:nvPr/>
            </p:nvSpPr>
            <p:spPr>
              <a:xfrm>
                <a:off x="1985895" y="728740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CCB44B69-58A1-9C6C-FF87-18B59F5071FF}"/>
                  </a:ext>
                </a:extLst>
              </p:cNvPr>
              <p:cNvSpPr txBox="1"/>
              <p:nvPr/>
            </p:nvSpPr>
            <p:spPr>
              <a:xfrm>
                <a:off x="531207" y="75311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672AF1DC-9D0F-82DA-BDC0-9BE78F67D549}"/>
                  </a:ext>
                </a:extLst>
              </p:cNvPr>
              <p:cNvSpPr txBox="1"/>
              <p:nvPr/>
            </p:nvSpPr>
            <p:spPr>
              <a:xfrm>
                <a:off x="61679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0596316B-3B48-FD80-CD0D-9B4B6374F922}"/>
                  </a:ext>
                </a:extLst>
              </p:cNvPr>
              <p:cNvSpPr txBox="1"/>
              <p:nvPr/>
            </p:nvSpPr>
            <p:spPr>
              <a:xfrm>
                <a:off x="873481" y="67512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813482C-8AC7-5B73-B0C0-6E4A10031B84}"/>
                  </a:ext>
                </a:extLst>
              </p:cNvPr>
              <p:cNvSpPr txBox="1"/>
              <p:nvPr/>
            </p:nvSpPr>
            <p:spPr>
              <a:xfrm>
                <a:off x="959073" y="831103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BA047B4E-1E54-70C4-BB83-50A41BEF788E}"/>
                  </a:ext>
                </a:extLst>
              </p:cNvPr>
              <p:cNvSpPr txBox="1"/>
              <p:nvPr/>
            </p:nvSpPr>
            <p:spPr>
              <a:xfrm>
                <a:off x="1044665" y="8408456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DA986757-AFD9-9C7E-29FA-0374E3404841}"/>
                  </a:ext>
                </a:extLst>
              </p:cNvPr>
              <p:cNvSpPr txBox="1"/>
              <p:nvPr/>
            </p:nvSpPr>
            <p:spPr>
              <a:xfrm>
                <a:off x="155802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A07ABF6B-5A03-4076-0A26-7F05BA47B90B}"/>
                  </a:ext>
                </a:extLst>
              </p:cNvPr>
              <p:cNvSpPr txBox="1"/>
              <p:nvPr/>
            </p:nvSpPr>
            <p:spPr>
              <a:xfrm>
                <a:off x="1985895" y="728740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DB2B9416-A235-4A62-5F3F-845C618E371E}"/>
                  </a:ext>
                </a:extLst>
              </p:cNvPr>
              <p:cNvSpPr txBox="1"/>
              <p:nvPr/>
            </p:nvSpPr>
            <p:spPr>
              <a:xfrm>
                <a:off x="531207" y="75311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5AD7B203-5BA9-DD27-81AC-D39901901D2B}"/>
                  </a:ext>
                </a:extLst>
              </p:cNvPr>
              <p:cNvSpPr txBox="1"/>
              <p:nvPr/>
            </p:nvSpPr>
            <p:spPr>
              <a:xfrm>
                <a:off x="61679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A0AFBA29-467C-BDF4-C65D-77C299BB29A0}"/>
                  </a:ext>
                </a:extLst>
              </p:cNvPr>
              <p:cNvSpPr txBox="1"/>
              <p:nvPr/>
            </p:nvSpPr>
            <p:spPr>
              <a:xfrm>
                <a:off x="873481" y="67512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B5CD86B7-37F3-0F58-539A-309EC2DEC5F0}"/>
                  </a:ext>
                </a:extLst>
              </p:cNvPr>
              <p:cNvSpPr txBox="1"/>
              <p:nvPr/>
            </p:nvSpPr>
            <p:spPr>
              <a:xfrm>
                <a:off x="959073" y="831103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E181C551-501C-AC03-19CC-1C47D4401FBA}"/>
                  </a:ext>
                </a:extLst>
              </p:cNvPr>
              <p:cNvSpPr txBox="1"/>
              <p:nvPr/>
            </p:nvSpPr>
            <p:spPr>
              <a:xfrm>
                <a:off x="1044665" y="8408456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C41214A2-01EB-0CF1-3834-0A6B5B7B2E84}"/>
                  </a:ext>
                </a:extLst>
              </p:cNvPr>
              <p:cNvSpPr txBox="1"/>
              <p:nvPr/>
            </p:nvSpPr>
            <p:spPr>
              <a:xfrm>
                <a:off x="155802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8F71630D-CE36-DD0E-DF77-8E2EB1E93CA8}"/>
                  </a:ext>
                </a:extLst>
              </p:cNvPr>
              <p:cNvSpPr txBox="1"/>
              <p:nvPr/>
            </p:nvSpPr>
            <p:spPr>
              <a:xfrm>
                <a:off x="1985895" y="728740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0" name="TextBox 379">
                <a:extLst>
                  <a:ext uri="{FF2B5EF4-FFF2-40B4-BE49-F238E27FC236}">
                    <a16:creationId xmlns:a16="http://schemas.microsoft.com/office/drawing/2014/main" id="{B2A9AC9C-6972-6B94-D508-C268D7DAA268}"/>
                  </a:ext>
                </a:extLst>
              </p:cNvPr>
              <p:cNvSpPr txBox="1"/>
              <p:nvPr/>
            </p:nvSpPr>
            <p:spPr>
              <a:xfrm>
                <a:off x="531207" y="75311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1" name="TextBox 380">
                <a:extLst>
                  <a:ext uri="{FF2B5EF4-FFF2-40B4-BE49-F238E27FC236}">
                    <a16:creationId xmlns:a16="http://schemas.microsoft.com/office/drawing/2014/main" id="{125F49FF-9A21-B51B-625E-A816ECC8DCC7}"/>
                  </a:ext>
                </a:extLst>
              </p:cNvPr>
              <p:cNvSpPr txBox="1"/>
              <p:nvPr/>
            </p:nvSpPr>
            <p:spPr>
              <a:xfrm>
                <a:off x="61679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EAF0C5C8-8BF5-07C0-32C6-97766BE9F3E4}"/>
                  </a:ext>
                </a:extLst>
              </p:cNvPr>
              <p:cNvSpPr txBox="1"/>
              <p:nvPr/>
            </p:nvSpPr>
            <p:spPr>
              <a:xfrm>
                <a:off x="873481" y="67512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A691E0B-D782-CBCD-931E-5BF7149E8EC6}"/>
                  </a:ext>
                </a:extLst>
              </p:cNvPr>
              <p:cNvSpPr txBox="1"/>
              <p:nvPr/>
            </p:nvSpPr>
            <p:spPr>
              <a:xfrm>
                <a:off x="959073" y="831103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4" name="TextBox 383">
                <a:extLst>
                  <a:ext uri="{FF2B5EF4-FFF2-40B4-BE49-F238E27FC236}">
                    <a16:creationId xmlns:a16="http://schemas.microsoft.com/office/drawing/2014/main" id="{ED73CBC2-F737-FAE5-C3B6-3D04CAF94962}"/>
                  </a:ext>
                </a:extLst>
              </p:cNvPr>
              <p:cNvSpPr txBox="1"/>
              <p:nvPr/>
            </p:nvSpPr>
            <p:spPr>
              <a:xfrm>
                <a:off x="1044665" y="8408456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5883100E-3D7E-A101-3FE8-0C48ED9C30F8}"/>
                  </a:ext>
                </a:extLst>
              </p:cNvPr>
              <p:cNvSpPr txBox="1"/>
              <p:nvPr/>
            </p:nvSpPr>
            <p:spPr>
              <a:xfrm>
                <a:off x="155802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296B50ED-5286-5C5E-657A-6667ED61187E}"/>
                  </a:ext>
                </a:extLst>
              </p:cNvPr>
              <p:cNvSpPr txBox="1"/>
              <p:nvPr/>
            </p:nvSpPr>
            <p:spPr>
              <a:xfrm>
                <a:off x="1985895" y="728740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7" name="TextBox 386">
                <a:extLst>
                  <a:ext uri="{FF2B5EF4-FFF2-40B4-BE49-F238E27FC236}">
                    <a16:creationId xmlns:a16="http://schemas.microsoft.com/office/drawing/2014/main" id="{23F1A233-81AE-695E-648C-BF13808832E2}"/>
                  </a:ext>
                </a:extLst>
              </p:cNvPr>
              <p:cNvSpPr txBox="1"/>
              <p:nvPr/>
            </p:nvSpPr>
            <p:spPr>
              <a:xfrm>
                <a:off x="155802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90D37548-8068-2032-7AAD-96BCF88168F1}"/>
                  </a:ext>
                </a:extLst>
              </p:cNvPr>
              <p:cNvSpPr txBox="1"/>
              <p:nvPr/>
            </p:nvSpPr>
            <p:spPr>
              <a:xfrm>
                <a:off x="531207" y="75311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925059F2-C328-7DB6-2B7C-A7DBFCDE0AEE}"/>
                  </a:ext>
                </a:extLst>
              </p:cNvPr>
              <p:cNvSpPr txBox="1"/>
              <p:nvPr/>
            </p:nvSpPr>
            <p:spPr>
              <a:xfrm>
                <a:off x="61679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FB78C6FA-F4E2-A8EA-A1D9-629327928C1D}"/>
                  </a:ext>
                </a:extLst>
              </p:cNvPr>
              <p:cNvSpPr txBox="1"/>
              <p:nvPr/>
            </p:nvSpPr>
            <p:spPr>
              <a:xfrm>
                <a:off x="873481" y="67512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5BEA69D1-CB85-7771-0977-F23FD01D648F}"/>
                  </a:ext>
                </a:extLst>
              </p:cNvPr>
              <p:cNvSpPr txBox="1"/>
              <p:nvPr/>
            </p:nvSpPr>
            <p:spPr>
              <a:xfrm>
                <a:off x="959073" y="831103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02C21A1D-138D-E854-2096-B8BBC220C6E0}"/>
                  </a:ext>
                </a:extLst>
              </p:cNvPr>
              <p:cNvSpPr txBox="1"/>
              <p:nvPr/>
            </p:nvSpPr>
            <p:spPr>
              <a:xfrm>
                <a:off x="1044665" y="8408456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58A49065-85FB-93AE-F901-3872E3E2DE83}"/>
                  </a:ext>
                </a:extLst>
              </p:cNvPr>
              <p:cNvSpPr txBox="1"/>
              <p:nvPr/>
            </p:nvSpPr>
            <p:spPr>
              <a:xfrm>
                <a:off x="155802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23F1E421-2C36-62B2-82CB-A27E8AE747A5}"/>
                  </a:ext>
                </a:extLst>
              </p:cNvPr>
              <p:cNvSpPr txBox="1"/>
              <p:nvPr/>
            </p:nvSpPr>
            <p:spPr>
              <a:xfrm>
                <a:off x="1985895" y="728740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3B3EACEA-5412-8977-1F5C-8CBEAE36F606}"/>
                  </a:ext>
                </a:extLst>
              </p:cNvPr>
              <p:cNvSpPr txBox="1"/>
              <p:nvPr/>
            </p:nvSpPr>
            <p:spPr>
              <a:xfrm>
                <a:off x="531207" y="75311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A0A6F269-CBED-F1FD-B0AC-F693BE87044F}"/>
                  </a:ext>
                </a:extLst>
              </p:cNvPr>
              <p:cNvSpPr txBox="1"/>
              <p:nvPr/>
            </p:nvSpPr>
            <p:spPr>
              <a:xfrm>
                <a:off x="61679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EB220E30-08C3-DA0B-1794-FD7662E912DD}"/>
                  </a:ext>
                </a:extLst>
              </p:cNvPr>
              <p:cNvSpPr txBox="1"/>
              <p:nvPr/>
            </p:nvSpPr>
            <p:spPr>
              <a:xfrm>
                <a:off x="873481" y="675123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8" name="TextBox 397">
                <a:extLst>
                  <a:ext uri="{FF2B5EF4-FFF2-40B4-BE49-F238E27FC236}">
                    <a16:creationId xmlns:a16="http://schemas.microsoft.com/office/drawing/2014/main" id="{100150CE-B3DB-3293-142F-23FD732C7DEA}"/>
                  </a:ext>
                </a:extLst>
              </p:cNvPr>
              <p:cNvSpPr txBox="1"/>
              <p:nvPr/>
            </p:nvSpPr>
            <p:spPr>
              <a:xfrm>
                <a:off x="959073" y="831103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BD82123B-2781-C1FC-E826-062779A95982}"/>
                  </a:ext>
                </a:extLst>
              </p:cNvPr>
              <p:cNvSpPr txBox="1"/>
              <p:nvPr/>
            </p:nvSpPr>
            <p:spPr>
              <a:xfrm>
                <a:off x="1044665" y="8408456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41700505-AF92-BB97-2E85-FB925043E93F}"/>
                  </a:ext>
                </a:extLst>
              </p:cNvPr>
              <p:cNvSpPr txBox="1"/>
              <p:nvPr/>
            </p:nvSpPr>
            <p:spPr>
              <a:xfrm>
                <a:off x="155802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401" name="TextBox 400">
                <a:extLst>
                  <a:ext uri="{FF2B5EF4-FFF2-40B4-BE49-F238E27FC236}">
                    <a16:creationId xmlns:a16="http://schemas.microsoft.com/office/drawing/2014/main" id="{E32F064A-6121-15E8-F90A-517A680A4AD7}"/>
                  </a:ext>
                </a:extLst>
              </p:cNvPr>
              <p:cNvSpPr txBox="1"/>
              <p:nvPr/>
            </p:nvSpPr>
            <p:spPr>
              <a:xfrm>
                <a:off x="1985895" y="728740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4D308222-1040-7954-0F28-89C249C29E06}"/>
                  </a:ext>
                </a:extLst>
              </p:cNvPr>
              <p:cNvSpPr txBox="1"/>
              <p:nvPr/>
            </p:nvSpPr>
            <p:spPr>
              <a:xfrm>
                <a:off x="1044665" y="8408456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2270B205-8DCD-5EB8-14E9-4E605B51C494}"/>
                  </a:ext>
                </a:extLst>
              </p:cNvPr>
              <p:cNvSpPr txBox="1"/>
              <p:nvPr/>
            </p:nvSpPr>
            <p:spPr>
              <a:xfrm>
                <a:off x="1558029" y="8457259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EDAE1776-58AE-0343-3749-63BC803E4710}"/>
                  </a:ext>
                </a:extLst>
              </p:cNvPr>
              <p:cNvSpPr txBox="1"/>
              <p:nvPr/>
            </p:nvSpPr>
            <p:spPr>
              <a:xfrm>
                <a:off x="1985895" y="7287408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0DC565F0-E7E5-B570-C2E6-BC689E5D059A}"/>
                  </a:ext>
                </a:extLst>
              </p:cNvPr>
              <p:cNvSpPr txBox="1"/>
              <p:nvPr/>
            </p:nvSpPr>
            <p:spPr>
              <a:xfrm>
                <a:off x="1044665" y="8408456"/>
                <a:ext cx="286115" cy="372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1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*</a:t>
                </a:r>
              </a:p>
            </p:txBody>
          </p:sp>
        </p:grpSp>
        <p:grpSp>
          <p:nvGrpSpPr>
            <p:cNvPr id="406" name="Graphic 6">
              <a:extLst>
                <a:ext uri="{FF2B5EF4-FFF2-40B4-BE49-F238E27FC236}">
                  <a16:creationId xmlns:a16="http://schemas.microsoft.com/office/drawing/2014/main" id="{2DBB1BA3-1E39-914F-0F16-F8718F2AB8FE}"/>
                </a:ext>
              </a:extLst>
            </p:cNvPr>
            <p:cNvGrpSpPr/>
            <p:nvPr/>
          </p:nvGrpSpPr>
          <p:grpSpPr>
            <a:xfrm>
              <a:off x="-1193" y="6745531"/>
              <a:ext cx="3905381" cy="3354672"/>
              <a:chOff x="-1193" y="6745531"/>
              <a:chExt cx="3905381" cy="3354672"/>
            </a:xfrm>
          </p:grpSpPr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9897FD3D-7746-2878-8A43-AE27052932C1}"/>
                  </a:ext>
                </a:extLst>
              </p:cNvPr>
              <p:cNvSpPr txBox="1"/>
              <p:nvPr/>
            </p:nvSpPr>
            <p:spPr>
              <a:xfrm>
                <a:off x="134124" y="9568922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F5DD4B4E-30F3-BDB2-65D8-CC9579794431}"/>
                  </a:ext>
                </a:extLst>
              </p:cNvPr>
              <p:cNvSpPr txBox="1"/>
              <p:nvPr/>
            </p:nvSpPr>
            <p:spPr>
              <a:xfrm>
                <a:off x="87198" y="8594093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45C7DA5E-6C86-25BD-457E-B51F0F63D189}"/>
                  </a:ext>
                </a:extLst>
              </p:cNvPr>
              <p:cNvSpPr txBox="1"/>
              <p:nvPr/>
            </p:nvSpPr>
            <p:spPr>
              <a:xfrm>
                <a:off x="87198" y="7619264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40</a:t>
                </a:r>
              </a:p>
            </p:txBody>
          </p:sp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0B673BBC-5FD5-6E68-10E3-68E3A8C716D9}"/>
                  </a:ext>
                </a:extLst>
              </p:cNvPr>
              <p:cNvSpPr txBox="1"/>
              <p:nvPr/>
            </p:nvSpPr>
            <p:spPr>
              <a:xfrm rot="5400000">
                <a:off x="389492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EAC73DFA-4458-2F75-B0E6-AC96BF9620FC}"/>
                  </a:ext>
                </a:extLst>
              </p:cNvPr>
              <p:cNvSpPr txBox="1"/>
              <p:nvPr/>
            </p:nvSpPr>
            <p:spPr>
              <a:xfrm rot="5400000">
                <a:off x="474990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</a:t>
                </a:r>
              </a:p>
            </p:txBody>
          </p:sp>
          <p:sp>
            <p:nvSpPr>
              <p:cNvPr id="412" name="TextBox 411">
                <a:extLst>
                  <a:ext uri="{FF2B5EF4-FFF2-40B4-BE49-F238E27FC236}">
                    <a16:creationId xmlns:a16="http://schemas.microsoft.com/office/drawing/2014/main" id="{B2D822F5-EF3A-25EF-06A2-37C5673865DF}"/>
                  </a:ext>
                </a:extLst>
              </p:cNvPr>
              <p:cNvSpPr txBox="1"/>
              <p:nvPr/>
            </p:nvSpPr>
            <p:spPr>
              <a:xfrm rot="5400000">
                <a:off x="560582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574DDE63-B946-18E6-A95A-06613AFA163C}"/>
                  </a:ext>
                </a:extLst>
              </p:cNvPr>
              <p:cNvSpPr txBox="1"/>
              <p:nvPr/>
            </p:nvSpPr>
            <p:spPr>
              <a:xfrm rot="5400000">
                <a:off x="646174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3</a:t>
                </a:r>
              </a:p>
            </p:txBody>
          </p:sp>
          <p:sp>
            <p:nvSpPr>
              <p:cNvPr id="414" name="TextBox 413">
                <a:extLst>
                  <a:ext uri="{FF2B5EF4-FFF2-40B4-BE49-F238E27FC236}">
                    <a16:creationId xmlns:a16="http://schemas.microsoft.com/office/drawing/2014/main" id="{6A2E3D95-B271-41F1-24BA-AAD9E6A38079}"/>
                  </a:ext>
                </a:extLst>
              </p:cNvPr>
              <p:cNvSpPr txBox="1"/>
              <p:nvPr/>
            </p:nvSpPr>
            <p:spPr>
              <a:xfrm rot="5400000">
                <a:off x="731766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4</a:t>
                </a:r>
              </a:p>
            </p:txBody>
          </p:sp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05C649B5-C521-8BD4-8BF0-A235C7C475CD}"/>
                  </a:ext>
                </a:extLst>
              </p:cNvPr>
              <p:cNvSpPr txBox="1"/>
              <p:nvPr/>
            </p:nvSpPr>
            <p:spPr>
              <a:xfrm rot="5400000">
                <a:off x="817264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5015A9C7-FE28-1232-2D32-7984EFB97748}"/>
                  </a:ext>
                </a:extLst>
              </p:cNvPr>
              <p:cNvSpPr txBox="1"/>
              <p:nvPr/>
            </p:nvSpPr>
            <p:spPr>
              <a:xfrm rot="5400000">
                <a:off x="902856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</a:t>
                </a:r>
              </a:p>
            </p:txBody>
          </p:sp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E981910F-6F39-1729-6406-5726A5E7D405}"/>
                  </a:ext>
                </a:extLst>
              </p:cNvPr>
              <p:cNvSpPr txBox="1"/>
              <p:nvPr/>
            </p:nvSpPr>
            <p:spPr>
              <a:xfrm rot="5400000">
                <a:off x="988448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7</a:t>
                </a:r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F6D4D52B-8BA9-1302-96D2-7D25B9B3DB99}"/>
                  </a:ext>
                </a:extLst>
              </p:cNvPr>
              <p:cNvSpPr txBox="1"/>
              <p:nvPr/>
            </p:nvSpPr>
            <p:spPr>
              <a:xfrm rot="5400000">
                <a:off x="1073946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8</a:t>
                </a:r>
              </a:p>
            </p:txBody>
          </p:sp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43563DB4-7ADF-DCE6-9788-B9827D6322A1}"/>
                  </a:ext>
                </a:extLst>
              </p:cNvPr>
              <p:cNvSpPr txBox="1"/>
              <p:nvPr/>
            </p:nvSpPr>
            <p:spPr>
              <a:xfrm rot="5400000">
                <a:off x="1159538" y="9803080"/>
                <a:ext cx="239190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9</a:t>
                </a:r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B3C917EC-B8B9-704D-C343-9AA08439F4B5}"/>
                  </a:ext>
                </a:extLst>
              </p:cNvPr>
              <p:cNvSpPr txBox="1"/>
              <p:nvPr/>
            </p:nvSpPr>
            <p:spPr>
              <a:xfrm rot="5400000">
                <a:off x="1216975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0E0BD474-2B3E-FE1D-B117-199AEA4E90F0}"/>
                  </a:ext>
                </a:extLst>
              </p:cNvPr>
              <p:cNvSpPr txBox="1"/>
              <p:nvPr/>
            </p:nvSpPr>
            <p:spPr>
              <a:xfrm rot="5400000">
                <a:off x="1307259" y="9807772"/>
                <a:ext cx="286115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11</a:t>
                </a: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191F11F9-7E45-CDFE-AF0A-0BC494C0E4B3}"/>
                  </a:ext>
                </a:extLst>
              </p:cNvPr>
              <p:cNvSpPr txBox="1"/>
              <p:nvPr/>
            </p:nvSpPr>
            <p:spPr>
              <a:xfrm rot="5400000">
                <a:off x="1388065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12</a:t>
                </a:r>
              </a:p>
            </p:txBody>
          </p:sp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BDF327E6-35EB-99A6-6F6F-968B9764109A}"/>
                  </a:ext>
                </a:extLst>
              </p:cNvPr>
              <p:cNvSpPr txBox="1"/>
              <p:nvPr/>
            </p:nvSpPr>
            <p:spPr>
              <a:xfrm rot="5400000">
                <a:off x="1473657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13</a:t>
                </a:r>
              </a:p>
            </p:txBody>
          </p:sp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6EAE647C-8D72-314B-BF4A-947489224B66}"/>
                  </a:ext>
                </a:extLst>
              </p:cNvPr>
              <p:cNvSpPr txBox="1"/>
              <p:nvPr/>
            </p:nvSpPr>
            <p:spPr>
              <a:xfrm rot="5400000">
                <a:off x="1559249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14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B8499797-3021-5DB0-B5C1-38DAF247CA47}"/>
                  </a:ext>
                </a:extLst>
              </p:cNvPr>
              <p:cNvSpPr txBox="1"/>
              <p:nvPr/>
            </p:nvSpPr>
            <p:spPr>
              <a:xfrm rot="5400000">
                <a:off x="1644841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7A67C1B1-CD02-D14C-EDAE-35EFD211C61F}"/>
                  </a:ext>
                </a:extLst>
              </p:cNvPr>
              <p:cNvSpPr txBox="1"/>
              <p:nvPr/>
            </p:nvSpPr>
            <p:spPr>
              <a:xfrm rot="5400000">
                <a:off x="1730339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16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17489AB4-D3A6-C109-5031-0A2A374FD4CF}"/>
                  </a:ext>
                </a:extLst>
              </p:cNvPr>
              <p:cNvSpPr txBox="1"/>
              <p:nvPr/>
            </p:nvSpPr>
            <p:spPr>
              <a:xfrm rot="5400000">
                <a:off x="1815931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17</a:t>
                </a: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B2C61F0E-B6CB-8CE9-78CE-CD10B8B7F07C}"/>
                  </a:ext>
                </a:extLst>
              </p:cNvPr>
              <p:cNvSpPr txBox="1"/>
              <p:nvPr/>
            </p:nvSpPr>
            <p:spPr>
              <a:xfrm rot="5400000">
                <a:off x="1901523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18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9B7363FD-AF87-EBF7-C841-02BC62A9C3F3}"/>
                  </a:ext>
                </a:extLst>
              </p:cNvPr>
              <p:cNvSpPr txBox="1"/>
              <p:nvPr/>
            </p:nvSpPr>
            <p:spPr>
              <a:xfrm rot="5400000">
                <a:off x="1987115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19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87D4998D-18DE-DA97-5D94-127B2030391E}"/>
                  </a:ext>
                </a:extLst>
              </p:cNvPr>
              <p:cNvSpPr txBox="1"/>
              <p:nvPr/>
            </p:nvSpPr>
            <p:spPr>
              <a:xfrm rot="5400000">
                <a:off x="2072613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60B771AF-F4BF-C5C1-82A5-2D8892134261}"/>
                  </a:ext>
                </a:extLst>
              </p:cNvPr>
              <p:cNvSpPr txBox="1"/>
              <p:nvPr/>
            </p:nvSpPr>
            <p:spPr>
              <a:xfrm rot="5400000">
                <a:off x="2158205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21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F35FC9F3-80EF-0E41-3FCF-B82B06A005D2}"/>
                  </a:ext>
                </a:extLst>
              </p:cNvPr>
              <p:cNvSpPr txBox="1"/>
              <p:nvPr/>
            </p:nvSpPr>
            <p:spPr>
              <a:xfrm rot="5400000">
                <a:off x="2243797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22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AC2560C7-5AB5-775B-563D-8B0EB2988920}"/>
                  </a:ext>
                </a:extLst>
              </p:cNvPr>
              <p:cNvSpPr txBox="1"/>
              <p:nvPr/>
            </p:nvSpPr>
            <p:spPr>
              <a:xfrm rot="5400000">
                <a:off x="2329389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23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52F4EABA-3748-C20F-C193-485A1E747F88}"/>
                  </a:ext>
                </a:extLst>
              </p:cNvPr>
              <p:cNvSpPr txBox="1"/>
              <p:nvPr/>
            </p:nvSpPr>
            <p:spPr>
              <a:xfrm rot="5400000">
                <a:off x="2414887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24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B7B4F147-BAB2-D36B-CDB9-B24FA3D6814A}"/>
                  </a:ext>
                </a:extLst>
              </p:cNvPr>
              <p:cNvSpPr txBox="1"/>
              <p:nvPr/>
            </p:nvSpPr>
            <p:spPr>
              <a:xfrm rot="5400000">
                <a:off x="2500479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25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D51E4330-0175-BAEA-4CEC-ADB5B7CBE5F7}"/>
                  </a:ext>
                </a:extLst>
              </p:cNvPr>
              <p:cNvSpPr txBox="1"/>
              <p:nvPr/>
            </p:nvSpPr>
            <p:spPr>
              <a:xfrm rot="5400000">
                <a:off x="2586071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26</a:t>
                </a:r>
              </a:p>
            </p:txBody>
          </p:sp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4836DA05-0878-3DC2-B8EB-B442C2261BA3}"/>
                  </a:ext>
                </a:extLst>
              </p:cNvPr>
              <p:cNvSpPr txBox="1"/>
              <p:nvPr/>
            </p:nvSpPr>
            <p:spPr>
              <a:xfrm rot="5400000">
                <a:off x="2671569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27</a:t>
                </a:r>
              </a:p>
            </p:txBody>
          </p:sp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id="{39FAC6A3-7267-5F6D-0A0E-7985372DB10F}"/>
                  </a:ext>
                </a:extLst>
              </p:cNvPr>
              <p:cNvSpPr txBox="1"/>
              <p:nvPr/>
            </p:nvSpPr>
            <p:spPr>
              <a:xfrm rot="5400000">
                <a:off x="2757161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28</a:t>
                </a:r>
              </a:p>
            </p:txBody>
          </p:sp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F997210E-27FE-59A7-6C6E-129F464763C5}"/>
                  </a:ext>
                </a:extLst>
              </p:cNvPr>
              <p:cNvSpPr txBox="1"/>
              <p:nvPr/>
            </p:nvSpPr>
            <p:spPr>
              <a:xfrm rot="5400000">
                <a:off x="2842753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29</a:t>
                </a:r>
              </a:p>
            </p:txBody>
          </p:sp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C7C963DD-77C4-2F02-E6E4-F5EA3329D071}"/>
                  </a:ext>
                </a:extLst>
              </p:cNvPr>
              <p:cNvSpPr txBox="1"/>
              <p:nvPr/>
            </p:nvSpPr>
            <p:spPr>
              <a:xfrm rot="5400000">
                <a:off x="2928345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30</a:t>
                </a:r>
              </a:p>
            </p:txBody>
          </p:sp>
          <p:sp>
            <p:nvSpPr>
              <p:cNvPr id="441" name="TextBox 440">
                <a:extLst>
                  <a:ext uri="{FF2B5EF4-FFF2-40B4-BE49-F238E27FC236}">
                    <a16:creationId xmlns:a16="http://schemas.microsoft.com/office/drawing/2014/main" id="{EB9FAA26-664E-78B7-9929-52ADAB9AB329}"/>
                  </a:ext>
                </a:extLst>
              </p:cNvPr>
              <p:cNvSpPr txBox="1"/>
              <p:nvPr/>
            </p:nvSpPr>
            <p:spPr>
              <a:xfrm rot="5400000">
                <a:off x="3013843" y="9807772"/>
                <a:ext cx="295501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31</a:t>
                </a:r>
              </a:p>
            </p:txBody>
          </p:sp>
          <p:sp>
            <p:nvSpPr>
              <p:cNvPr id="442" name="TextBox 441">
                <a:extLst>
                  <a:ext uri="{FF2B5EF4-FFF2-40B4-BE49-F238E27FC236}">
                    <a16:creationId xmlns:a16="http://schemas.microsoft.com/office/drawing/2014/main" id="{2E8F7E41-6340-3A5C-99D1-2E76D24DD4CB}"/>
                  </a:ext>
                </a:extLst>
              </p:cNvPr>
              <p:cNvSpPr txBox="1"/>
              <p:nvPr/>
            </p:nvSpPr>
            <p:spPr>
              <a:xfrm>
                <a:off x="1573796" y="9905528"/>
                <a:ext cx="511358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Cluster</a:t>
                </a:r>
              </a:p>
            </p:txBody>
          </p:sp>
          <p:sp>
            <p:nvSpPr>
              <p:cNvPr id="443" name="TextBox 442">
                <a:extLst>
                  <a:ext uri="{FF2B5EF4-FFF2-40B4-BE49-F238E27FC236}">
                    <a16:creationId xmlns:a16="http://schemas.microsoft.com/office/drawing/2014/main" id="{FF42ADDE-231A-3837-DE63-A348862FAC08}"/>
                  </a:ext>
                </a:extLst>
              </p:cNvPr>
              <p:cNvSpPr txBox="1"/>
              <p:nvPr/>
            </p:nvSpPr>
            <p:spPr>
              <a:xfrm rot="-5400000">
                <a:off x="-389469" y="8203298"/>
                <a:ext cx="971227" cy="194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Number of DEGs</a:t>
                </a:r>
              </a:p>
            </p:txBody>
          </p:sp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49263461-188A-8DF0-3DD6-2EC6A92DB703}"/>
                  </a:ext>
                </a:extLst>
              </p:cNvPr>
              <p:cNvSpPr/>
              <p:nvPr/>
            </p:nvSpPr>
            <p:spPr>
              <a:xfrm>
                <a:off x="2205817" y="6776874"/>
                <a:ext cx="1048689" cy="1846515"/>
              </a:xfrm>
              <a:custGeom>
                <a:avLst/>
                <a:gdLst>
                  <a:gd name="connsiteX0" fmla="*/ 0 w 1048689"/>
                  <a:gd name="connsiteY0" fmla="*/ 0 h 1846515"/>
                  <a:gd name="connsiteX1" fmla="*/ 1048690 w 1048689"/>
                  <a:gd name="connsiteY1" fmla="*/ 0 h 1846515"/>
                  <a:gd name="connsiteX2" fmla="*/ 1048690 w 1048689"/>
                  <a:gd name="connsiteY2" fmla="*/ 1846516 h 1846515"/>
                  <a:gd name="connsiteX3" fmla="*/ 0 w 1048689"/>
                  <a:gd name="connsiteY3" fmla="*/ 1846516 h 1846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8689" h="1846515">
                    <a:moveTo>
                      <a:pt x="0" y="0"/>
                    </a:moveTo>
                    <a:lnTo>
                      <a:pt x="1048690" y="0"/>
                    </a:lnTo>
                    <a:lnTo>
                      <a:pt x="1048690" y="1846516"/>
                    </a:lnTo>
                    <a:lnTo>
                      <a:pt x="0" y="1846516"/>
                    </a:lnTo>
                    <a:close/>
                  </a:path>
                </a:pathLst>
              </a:custGeom>
              <a:solidFill>
                <a:srgbClr val="FFFFFF"/>
              </a:solidFill>
              <a:ln w="10022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5" name="TextBox 444">
                <a:extLst>
                  <a:ext uri="{FF2B5EF4-FFF2-40B4-BE49-F238E27FC236}">
                    <a16:creationId xmlns:a16="http://schemas.microsoft.com/office/drawing/2014/main" id="{3B94F5B6-0CDC-5070-7ED4-7F5970273816}"/>
                  </a:ext>
                </a:extLst>
              </p:cNvPr>
              <p:cNvSpPr txBox="1"/>
              <p:nvPr/>
            </p:nvSpPr>
            <p:spPr>
              <a:xfrm>
                <a:off x="2165807" y="6745531"/>
                <a:ext cx="155363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Expression Pattern</a:t>
                </a: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328E366C-C6C5-1982-D20A-8A7A15CC0DDD}"/>
                  </a:ext>
                </a:extLst>
              </p:cNvPr>
              <p:cNvSpPr/>
              <p:nvPr/>
            </p:nvSpPr>
            <p:spPr>
              <a:xfrm>
                <a:off x="2263910" y="6956880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8FE14303-AB03-B21B-8725-B64D8215C6A0}"/>
                  </a:ext>
                </a:extLst>
              </p:cNvPr>
              <p:cNvSpPr/>
              <p:nvPr/>
            </p:nvSpPr>
            <p:spPr>
              <a:xfrm>
                <a:off x="2263910" y="6956880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FC16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6CEBF3E3-E61C-0EF2-3C0D-BFE253E13838}"/>
                  </a:ext>
                </a:extLst>
              </p:cNvPr>
              <p:cNvSpPr/>
              <p:nvPr/>
            </p:nvSpPr>
            <p:spPr>
              <a:xfrm>
                <a:off x="2263910" y="7119054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9" name="Freeform 448">
                <a:extLst>
                  <a:ext uri="{FF2B5EF4-FFF2-40B4-BE49-F238E27FC236}">
                    <a16:creationId xmlns:a16="http://schemas.microsoft.com/office/drawing/2014/main" id="{02F97572-8437-178B-0AE2-BD72F8832B05}"/>
                  </a:ext>
                </a:extLst>
              </p:cNvPr>
              <p:cNvSpPr/>
              <p:nvPr/>
            </p:nvSpPr>
            <p:spPr>
              <a:xfrm>
                <a:off x="2263910" y="7119054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16E01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0" name="Freeform 449">
                <a:extLst>
                  <a:ext uri="{FF2B5EF4-FFF2-40B4-BE49-F238E27FC236}">
                    <a16:creationId xmlns:a16="http://schemas.microsoft.com/office/drawing/2014/main" id="{EBA930D6-FCF5-0BE5-1C88-673984D2402A}"/>
                  </a:ext>
                </a:extLst>
              </p:cNvPr>
              <p:cNvSpPr/>
              <p:nvPr/>
            </p:nvSpPr>
            <p:spPr>
              <a:xfrm>
                <a:off x="2263910" y="7281228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5F2281D2-4E75-4EA0-8FAF-1D0213654AF7}"/>
                  </a:ext>
                </a:extLst>
              </p:cNvPr>
              <p:cNvSpPr/>
              <p:nvPr/>
            </p:nvSpPr>
            <p:spPr>
              <a:xfrm>
                <a:off x="2263910" y="7281228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1616F6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381EE3AD-FFD6-B80D-45E9-DA5640D4D91E}"/>
                  </a:ext>
                </a:extLst>
              </p:cNvPr>
              <p:cNvSpPr/>
              <p:nvPr/>
            </p:nvSpPr>
            <p:spPr>
              <a:xfrm>
                <a:off x="2263910" y="7443402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76DFD304-6E9E-DED0-C035-E435B9A4C924}"/>
                  </a:ext>
                </a:extLst>
              </p:cNvPr>
              <p:cNvSpPr/>
              <p:nvPr/>
            </p:nvSpPr>
            <p:spPr>
              <a:xfrm>
                <a:off x="2263910" y="7443402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E6B2BB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D207168B-0F2F-35D6-0689-25EF9D98EF32}"/>
                  </a:ext>
                </a:extLst>
              </p:cNvPr>
              <p:cNvSpPr/>
              <p:nvPr/>
            </p:nvSpPr>
            <p:spPr>
              <a:xfrm>
                <a:off x="2263910" y="7605577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FE16E9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C005C0C0-F691-DCED-AA76-65E3E8A3263D}"/>
                  </a:ext>
                </a:extLst>
              </p:cNvPr>
              <p:cNvSpPr/>
              <p:nvPr/>
            </p:nvSpPr>
            <p:spPr>
              <a:xfrm>
                <a:off x="2263910" y="7605577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FE16E9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1BF8565B-04B5-61F6-55C7-11A9FB35ADE0}"/>
                  </a:ext>
                </a:extLst>
              </p:cNvPr>
              <p:cNvSpPr/>
              <p:nvPr/>
            </p:nvSpPr>
            <p:spPr>
              <a:xfrm>
                <a:off x="2263910" y="7767751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8 h 148847"/>
                  <a:gd name="connsiteX3" fmla="*/ 0 w 148847"/>
                  <a:gd name="connsiteY3" fmla="*/ 148848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8"/>
                    </a:lnTo>
                    <a:lnTo>
                      <a:pt x="0" y="148848"/>
                    </a:lnTo>
                    <a:close/>
                  </a:path>
                </a:pathLst>
              </a:custGeom>
              <a:solidFill>
                <a:srgbClr val="1CD7FD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7" name="Freeform 456">
                <a:extLst>
                  <a:ext uri="{FF2B5EF4-FFF2-40B4-BE49-F238E27FC236}">
                    <a16:creationId xmlns:a16="http://schemas.microsoft.com/office/drawing/2014/main" id="{5B2B4F48-760F-B7BB-7119-2B5674494E2B}"/>
                  </a:ext>
                </a:extLst>
              </p:cNvPr>
              <p:cNvSpPr/>
              <p:nvPr/>
            </p:nvSpPr>
            <p:spPr>
              <a:xfrm>
                <a:off x="2263910" y="7767751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8 h 148847"/>
                  <a:gd name="connsiteX3" fmla="*/ 0 w 148847"/>
                  <a:gd name="connsiteY3" fmla="*/ 148848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8"/>
                    </a:lnTo>
                    <a:lnTo>
                      <a:pt x="0" y="148848"/>
                    </a:lnTo>
                    <a:close/>
                  </a:path>
                </a:pathLst>
              </a:custGeom>
              <a:solidFill>
                <a:srgbClr val="1CD7FD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8" name="Freeform 457">
                <a:extLst>
                  <a:ext uri="{FF2B5EF4-FFF2-40B4-BE49-F238E27FC236}">
                    <a16:creationId xmlns:a16="http://schemas.microsoft.com/office/drawing/2014/main" id="{316035BC-EC32-6D52-8B2B-1B5887FD171C}"/>
                  </a:ext>
                </a:extLst>
              </p:cNvPr>
              <p:cNvSpPr/>
              <p:nvPr/>
            </p:nvSpPr>
            <p:spPr>
              <a:xfrm>
                <a:off x="2263910" y="7929925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8 h 148847"/>
                  <a:gd name="connsiteX3" fmla="*/ 0 w 148847"/>
                  <a:gd name="connsiteY3" fmla="*/ 148848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8"/>
                    </a:lnTo>
                    <a:lnTo>
                      <a:pt x="0" y="148848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31B68DFB-15D1-1B03-55E3-E56AF55B9182}"/>
                  </a:ext>
                </a:extLst>
              </p:cNvPr>
              <p:cNvSpPr/>
              <p:nvPr/>
            </p:nvSpPr>
            <p:spPr>
              <a:xfrm>
                <a:off x="2263910" y="7929925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8 h 148847"/>
                  <a:gd name="connsiteX3" fmla="*/ 0 w 148847"/>
                  <a:gd name="connsiteY3" fmla="*/ 148848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8"/>
                    </a:lnTo>
                    <a:lnTo>
                      <a:pt x="0" y="148848"/>
                    </a:lnTo>
                    <a:close/>
                  </a:path>
                </a:pathLst>
              </a:custGeom>
              <a:solidFill>
                <a:srgbClr val="FE981C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E1478A11-9FA5-6B41-6843-A39FEEE06D27}"/>
                  </a:ext>
                </a:extLst>
              </p:cNvPr>
              <p:cNvSpPr/>
              <p:nvPr/>
            </p:nvSpPr>
            <p:spPr>
              <a:xfrm>
                <a:off x="2263910" y="8092100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0FC5D9C2-28CC-A3E9-DD20-C0D5EE13924B}"/>
                  </a:ext>
                </a:extLst>
              </p:cNvPr>
              <p:cNvSpPr/>
              <p:nvPr/>
            </p:nvSpPr>
            <p:spPr>
              <a:xfrm>
                <a:off x="2263910" y="8092100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2E6A22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7B246E5C-AD2B-F077-7FDE-8AC4D94F7E58}"/>
                  </a:ext>
                </a:extLst>
              </p:cNvPr>
              <p:cNvSpPr/>
              <p:nvPr/>
            </p:nvSpPr>
            <p:spPr>
              <a:xfrm>
                <a:off x="2263910" y="8254274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D69F9FE6-5078-5D94-5BF7-A4CDC058DB45}"/>
                  </a:ext>
                </a:extLst>
              </p:cNvPr>
              <p:cNvSpPr/>
              <p:nvPr/>
            </p:nvSpPr>
            <p:spPr>
              <a:xfrm>
                <a:off x="2263910" y="8254274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BF0068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93452DA3-553A-5614-412C-C81A7277D2CE}"/>
                  </a:ext>
                </a:extLst>
              </p:cNvPr>
              <p:cNvSpPr/>
              <p:nvPr/>
            </p:nvSpPr>
            <p:spPr>
              <a:xfrm>
                <a:off x="2263910" y="8416448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F42C917E-C634-82BE-8E3C-C43360E70600}"/>
                  </a:ext>
                </a:extLst>
              </p:cNvPr>
              <p:cNvSpPr/>
              <p:nvPr/>
            </p:nvSpPr>
            <p:spPr>
              <a:xfrm>
                <a:off x="2263910" y="8416448"/>
                <a:ext cx="148847" cy="148847"/>
              </a:xfrm>
              <a:custGeom>
                <a:avLst/>
                <a:gdLst>
                  <a:gd name="connsiteX0" fmla="*/ 0 w 148847"/>
                  <a:gd name="connsiteY0" fmla="*/ 0 h 148847"/>
                  <a:gd name="connsiteX1" fmla="*/ 148847 w 148847"/>
                  <a:gd name="connsiteY1" fmla="*/ 0 h 148847"/>
                  <a:gd name="connsiteX2" fmla="*/ 148847 w 148847"/>
                  <a:gd name="connsiteY2" fmla="*/ 148847 h 148847"/>
                  <a:gd name="connsiteX3" fmla="*/ 0 w 148847"/>
                  <a:gd name="connsiteY3" fmla="*/ 148847 h 1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847" h="148847">
                    <a:moveTo>
                      <a:pt x="0" y="0"/>
                    </a:moveTo>
                    <a:lnTo>
                      <a:pt x="148847" y="0"/>
                    </a:lnTo>
                    <a:lnTo>
                      <a:pt x="148847" y="148847"/>
                    </a:lnTo>
                    <a:lnTo>
                      <a:pt x="0" y="148847"/>
                    </a:lnTo>
                    <a:close/>
                  </a:path>
                </a:pathLst>
              </a:custGeom>
              <a:solidFill>
                <a:srgbClr val="7C3295"/>
              </a:solidFill>
              <a:ln w="100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6" name="TextBox 465">
                <a:extLst>
                  <a:ext uri="{FF2B5EF4-FFF2-40B4-BE49-F238E27FC236}">
                    <a16:creationId xmlns:a16="http://schemas.microsoft.com/office/drawing/2014/main" id="{97426A35-42FE-DE14-9E78-A54DB2DBC590}"/>
                  </a:ext>
                </a:extLst>
              </p:cNvPr>
              <p:cNvSpPr txBox="1"/>
              <p:nvPr/>
            </p:nvSpPr>
            <p:spPr>
              <a:xfrm>
                <a:off x="2379412" y="6925692"/>
                <a:ext cx="114165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Early Downregulated</a:t>
                </a:r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5B24FCF4-8D9B-B738-E0E1-54B221D5B98B}"/>
                  </a:ext>
                </a:extLst>
              </p:cNvPr>
              <p:cNvSpPr txBox="1"/>
              <p:nvPr/>
            </p:nvSpPr>
            <p:spPr>
              <a:xfrm>
                <a:off x="2379412" y="7086108"/>
                <a:ext cx="101021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Early Upregulated</a:t>
                </a:r>
              </a:p>
            </p:txBody>
          </p:sp>
          <p:sp>
            <p:nvSpPr>
              <p:cNvPr id="468" name="TextBox 467">
                <a:extLst>
                  <a:ext uri="{FF2B5EF4-FFF2-40B4-BE49-F238E27FC236}">
                    <a16:creationId xmlns:a16="http://schemas.microsoft.com/office/drawing/2014/main" id="{0CE33AFB-B754-651F-96C9-F67955C26949}"/>
                  </a:ext>
                </a:extLst>
              </p:cNvPr>
              <p:cNvSpPr txBox="1"/>
              <p:nvPr/>
            </p:nvSpPr>
            <p:spPr>
              <a:xfrm>
                <a:off x="2379412" y="7245628"/>
                <a:ext cx="110959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Late Downregulated</a:t>
                </a:r>
              </a:p>
            </p:txBody>
          </p:sp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4E9017DE-1CC3-36F1-F664-BFB02E51206C}"/>
                  </a:ext>
                </a:extLst>
              </p:cNvPr>
              <p:cNvSpPr txBox="1"/>
              <p:nvPr/>
            </p:nvSpPr>
            <p:spPr>
              <a:xfrm>
                <a:off x="2379412" y="7410403"/>
                <a:ext cx="97815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Late Upregulated</a:t>
                </a:r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02336C72-05E1-873A-E15A-7742AFD4C2E7}"/>
                  </a:ext>
                </a:extLst>
              </p:cNvPr>
              <p:cNvSpPr txBox="1"/>
              <p:nvPr/>
            </p:nvSpPr>
            <p:spPr>
              <a:xfrm>
                <a:off x="2379412" y="7569084"/>
                <a:ext cx="152477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Progressively Downregulated</a:t>
                </a:r>
              </a:p>
            </p:txBody>
          </p:sp>
          <p:sp>
            <p:nvSpPr>
              <p:cNvPr id="471" name="TextBox 470">
                <a:extLst>
                  <a:ext uri="{FF2B5EF4-FFF2-40B4-BE49-F238E27FC236}">
                    <a16:creationId xmlns:a16="http://schemas.microsoft.com/office/drawing/2014/main" id="{E9E63B70-F056-D93F-EDE5-51FF8629DAD3}"/>
                  </a:ext>
                </a:extLst>
              </p:cNvPr>
              <p:cNvSpPr txBox="1"/>
              <p:nvPr/>
            </p:nvSpPr>
            <p:spPr>
              <a:xfrm>
                <a:off x="2379412" y="7729500"/>
                <a:ext cx="139333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Progressively Upregulated</a:t>
                </a:r>
              </a:p>
            </p:txBody>
          </p:sp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29BD3043-1B7A-09A4-5BF2-DE4D45D08F35}"/>
                  </a:ext>
                </a:extLst>
              </p:cNvPr>
              <p:cNvSpPr txBox="1"/>
              <p:nvPr/>
            </p:nvSpPr>
            <p:spPr>
              <a:xfrm>
                <a:off x="2379412" y="7897220"/>
                <a:ext cx="138050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Terminally Downregulated</a:t>
                </a:r>
              </a:p>
            </p:txBody>
          </p:sp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545E9F62-9361-E829-F76D-A05DDFB2FCBF}"/>
                  </a:ext>
                </a:extLst>
              </p:cNvPr>
              <p:cNvSpPr txBox="1"/>
              <p:nvPr/>
            </p:nvSpPr>
            <p:spPr>
              <a:xfrm>
                <a:off x="2379412" y="8058216"/>
                <a:ext cx="124906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Terminally Upregulated</a:t>
                </a:r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7BD8D400-49EF-7FC9-A96E-AE0E164002D8}"/>
                  </a:ext>
                </a:extLst>
              </p:cNvPr>
              <p:cNvSpPr txBox="1"/>
              <p:nvPr/>
            </p:nvSpPr>
            <p:spPr>
              <a:xfrm>
                <a:off x="2379412" y="8223523"/>
                <a:ext cx="14109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Transiently Downregulated</a:t>
                </a:r>
              </a:p>
            </p:txBody>
          </p:sp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BDBA130E-9EE2-D793-3DF6-1955B03A2B44}"/>
                  </a:ext>
                </a:extLst>
              </p:cNvPr>
              <p:cNvSpPr txBox="1"/>
              <p:nvPr/>
            </p:nvSpPr>
            <p:spPr>
              <a:xfrm>
                <a:off x="2379412" y="8381596"/>
                <a:ext cx="127951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Transiently Upregulated</a:t>
                </a:r>
              </a:p>
            </p:txBody>
          </p:sp>
        </p:grp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6B86651B-FA17-CAD7-D47F-B2FE7118F1FC}"/>
              </a:ext>
            </a:extLst>
          </p:cNvPr>
          <p:cNvSpPr txBox="1"/>
          <p:nvPr/>
        </p:nvSpPr>
        <p:spPr>
          <a:xfrm>
            <a:off x="11605" y="6663366"/>
            <a:ext cx="252090" cy="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41" dirty="0">
                <a:latin typeface="Aptos Black" panose="020F0502020204030204" pitchFamily="34" charset="0"/>
                <a:cs typeface="Helvetica" panose="020B0604020202020204" pitchFamily="34" charset="0"/>
              </a:rPr>
              <a:t>e</a:t>
            </a:r>
            <a:endParaRPr lang="en-US" sz="892" dirty="0">
              <a:latin typeface="Aptos Black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485" name="Graphic 484">
            <a:extLst>
              <a:ext uri="{FF2B5EF4-FFF2-40B4-BE49-F238E27FC236}">
                <a16:creationId xmlns:a16="http://schemas.microsoft.com/office/drawing/2014/main" id="{AF0FE224-B8BE-8DA0-A17E-6545C0F5A8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9935" y="6955462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983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1717</TotalTime>
  <Words>182</Words>
  <Application>Microsoft Macintosh PowerPoint</Application>
  <PresentationFormat>Custom</PresentationFormat>
  <Paragraphs>143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Black</vt:lpstr>
      <vt:lpstr>Aptos Display</vt:lpstr>
      <vt:lpstr>Arial</vt:lpstr>
      <vt:lpstr>Google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Graham, Gabe</dc:creator>
  <cp:lastModifiedBy>Graham, Gabe</cp:lastModifiedBy>
  <cp:revision>19</cp:revision>
  <dcterms:created xsi:type="dcterms:W3CDTF">2025-02-13T20:55:36Z</dcterms:created>
  <dcterms:modified xsi:type="dcterms:W3CDTF">2025-02-19T21:31:01Z</dcterms:modified>
</cp:coreProperties>
</file>
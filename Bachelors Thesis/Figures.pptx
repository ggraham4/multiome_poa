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2_710BCB2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257" r:id="rId2"/>
    <p:sldId id="258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684BC72-40D7-8E22-33F5-507B15B318F1}" name="Graham, Gabe" initials="GG" userId="S::ggraham4@illinois.edu::a1318580-2411-4eda-ba32-98af4cc495c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7" autoAdjust="0"/>
    <p:restoredTop sz="94658"/>
  </p:normalViewPr>
  <p:slideViewPr>
    <p:cSldViewPr snapToGrid="0">
      <p:cViewPr>
        <p:scale>
          <a:sx n="125" d="100"/>
          <a:sy n="125" d="100"/>
        </p:scale>
        <p:origin x="726" y="-2538"/>
      </p:cViewPr>
      <p:guideLst>
        <p:guide orient="horz" pos="3168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2_710BCB2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609ECD3-344E-4D1C-BE48-BEBFC5019864}" authorId="{3684BC72-40D7-8E22-33F5-507B15B318F1}" created="2025-02-19T05:25:33.7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spMk id="9" creationId="{99A49F8E-FAE3-DBE1-F601-87D595B75729}"/>
    </ac:deMkLst>
    <p188:txBody>
      <a:bodyPr/>
      <a:lstStyle/>
      <a:p>
        <a:r>
          <a:rPr lang="en-US"/>
          <a:t>Man I didn’t include the hmx genes in this plot...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f"/><Relationship Id="rId7" Type="http://schemas.openxmlformats.org/officeDocument/2006/relationships/image" Target="../media/image25.svg"/><Relationship Id="rId2" Type="http://schemas.microsoft.com/office/2018/10/relationships/comments" Target="../comments/modernComment_102_710BCB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tiff"/><Relationship Id="rId4" Type="http://schemas.openxmlformats.org/officeDocument/2006/relationships/image" Target="../media/image22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B592F1-0AA8-BDE4-3DC1-1FBE0582101A}"/>
              </a:ext>
            </a:extLst>
          </p:cNvPr>
          <p:cNvSpPr txBox="1"/>
          <p:nvPr/>
        </p:nvSpPr>
        <p:spPr>
          <a:xfrm>
            <a:off x="262606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2B3F5-B974-1B75-0C47-2FF5A85F3D1D}"/>
              </a:ext>
            </a:extLst>
          </p:cNvPr>
          <p:cNvSpPr txBox="1"/>
          <p:nvPr/>
        </p:nvSpPr>
        <p:spPr>
          <a:xfrm>
            <a:off x="33772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74444-1A27-28FC-905F-1F0576508501}"/>
              </a:ext>
            </a:extLst>
          </p:cNvPr>
          <p:cNvSpPr txBox="1"/>
          <p:nvPr/>
        </p:nvSpPr>
        <p:spPr>
          <a:xfrm>
            <a:off x="507427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 descr="A diagram of a map&#10;&#10;AI-generated content may be incorrect.">
            <a:extLst>
              <a:ext uri="{FF2B5EF4-FFF2-40B4-BE49-F238E27FC236}">
                <a16:creationId xmlns:a16="http://schemas.microsoft.com/office/drawing/2014/main" id="{DC1D96E0-F962-E0EF-6C90-F987969E85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114" y="204664"/>
            <a:ext cx="2286000" cy="2286000"/>
          </a:xfrm>
          <a:prstGeom prst="rect">
            <a:avLst/>
          </a:prstGeom>
        </p:spPr>
      </p:pic>
      <p:pic>
        <p:nvPicPr>
          <p:cNvPr id="8" name="Picture 7" descr="A diagram with numbers and dots&#10;&#10;AI-generated content may be incorrect.">
            <a:extLst>
              <a:ext uri="{FF2B5EF4-FFF2-40B4-BE49-F238E27FC236}">
                <a16:creationId xmlns:a16="http://schemas.microsoft.com/office/drawing/2014/main" id="{A8A9F539-7A64-C7A0-F692-CD3545B778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3210" y="204664"/>
            <a:ext cx="2286000" cy="2286000"/>
          </a:xfrm>
          <a:prstGeom prst="rect">
            <a:avLst/>
          </a:prstGeom>
        </p:spPr>
      </p:pic>
      <p:pic>
        <p:nvPicPr>
          <p:cNvPr id="10" name="Picture 9" descr="A map with numbers and letters&#10;&#10;AI-generated content may be incorrect.">
            <a:extLst>
              <a:ext uri="{FF2B5EF4-FFF2-40B4-BE49-F238E27FC236}">
                <a16:creationId xmlns:a16="http://schemas.microsoft.com/office/drawing/2014/main" id="{0A42E66F-C3D9-3687-3796-19B743B762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612" y="204664"/>
            <a:ext cx="2286000" cy="2286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9A49F8E-FAE3-DBE1-F601-87D595B75729}"/>
              </a:ext>
            </a:extLst>
          </p:cNvPr>
          <p:cNvSpPr txBox="1"/>
          <p:nvPr/>
        </p:nvSpPr>
        <p:spPr>
          <a:xfrm>
            <a:off x="33772" y="2246543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869B481-AEC4-0CF1-1D0C-555B51D80607}"/>
              </a:ext>
            </a:extLst>
          </p:cNvPr>
          <p:cNvSpPr/>
          <p:nvPr/>
        </p:nvSpPr>
        <p:spPr>
          <a:xfrm>
            <a:off x="1467097" y="5212534"/>
            <a:ext cx="1466999" cy="10530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B7881D7-0A18-201D-06D1-BC616D30F828}"/>
              </a:ext>
            </a:extLst>
          </p:cNvPr>
          <p:cNvSpPr/>
          <p:nvPr/>
        </p:nvSpPr>
        <p:spPr>
          <a:xfrm>
            <a:off x="1468131" y="5318744"/>
            <a:ext cx="1460557" cy="164869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71E9030-6303-3EDF-B3CF-8490DA946F17}"/>
              </a:ext>
            </a:extLst>
          </p:cNvPr>
          <p:cNvSpPr/>
          <p:nvPr/>
        </p:nvSpPr>
        <p:spPr>
          <a:xfrm>
            <a:off x="1469696" y="5483613"/>
            <a:ext cx="1458056" cy="88785"/>
          </a:xfrm>
          <a:prstGeom prst="rect">
            <a:avLst/>
          </a:prstGeom>
          <a:solidFill>
            <a:srgbClr val="FFC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BCADBDB-B425-2914-E1B7-27BE3C5930BB}"/>
              </a:ext>
            </a:extLst>
          </p:cNvPr>
          <p:cNvSpPr/>
          <p:nvPr/>
        </p:nvSpPr>
        <p:spPr>
          <a:xfrm>
            <a:off x="1467098" y="5570400"/>
            <a:ext cx="1461220" cy="88785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6058900-7F4F-217C-ECE0-90C562F4E743}"/>
              </a:ext>
            </a:extLst>
          </p:cNvPr>
          <p:cNvSpPr/>
          <p:nvPr/>
        </p:nvSpPr>
        <p:spPr>
          <a:xfrm>
            <a:off x="1465653" y="5658506"/>
            <a:ext cx="1461220" cy="8878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661D54E-581E-61D0-D36C-14CCCF1318A8}"/>
              </a:ext>
            </a:extLst>
          </p:cNvPr>
          <p:cNvSpPr/>
          <p:nvPr/>
        </p:nvSpPr>
        <p:spPr>
          <a:xfrm>
            <a:off x="1464208" y="5744999"/>
            <a:ext cx="1462665" cy="170275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20A0A0D-E578-6D9A-7ED5-4ADD7BB512BE}"/>
              </a:ext>
            </a:extLst>
          </p:cNvPr>
          <p:cNvSpPr/>
          <p:nvPr/>
        </p:nvSpPr>
        <p:spPr>
          <a:xfrm>
            <a:off x="1463496" y="5913383"/>
            <a:ext cx="1462665" cy="96882"/>
          </a:xfrm>
          <a:prstGeom prst="rect">
            <a:avLst/>
          </a:prstGeom>
          <a:solidFill>
            <a:srgbClr val="FFC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4331E8D-1B65-CFE5-F5B9-01F19039743F}"/>
              </a:ext>
            </a:extLst>
          </p:cNvPr>
          <p:cNvSpPr/>
          <p:nvPr/>
        </p:nvSpPr>
        <p:spPr>
          <a:xfrm>
            <a:off x="1463496" y="6008090"/>
            <a:ext cx="1463377" cy="272845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80B8951-6BF5-E05E-65F0-EE3C1980F5BC}"/>
              </a:ext>
            </a:extLst>
          </p:cNvPr>
          <p:cNvSpPr/>
          <p:nvPr/>
        </p:nvSpPr>
        <p:spPr>
          <a:xfrm>
            <a:off x="1463496" y="6280936"/>
            <a:ext cx="1463377" cy="16099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029A1DE-DE3F-286D-4393-3D6B0D2FF8DE}"/>
              </a:ext>
            </a:extLst>
          </p:cNvPr>
          <p:cNvSpPr/>
          <p:nvPr/>
        </p:nvSpPr>
        <p:spPr>
          <a:xfrm>
            <a:off x="1463496" y="6441926"/>
            <a:ext cx="1464027" cy="94687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52E9F1-061D-1727-410D-6FF697CF3E7C}"/>
              </a:ext>
            </a:extLst>
          </p:cNvPr>
          <p:cNvSpPr/>
          <p:nvPr/>
        </p:nvSpPr>
        <p:spPr>
          <a:xfrm>
            <a:off x="1467097" y="4956623"/>
            <a:ext cx="1466258" cy="255911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A296C0D-2151-E724-C921-4F356E8CA10A}"/>
              </a:ext>
            </a:extLst>
          </p:cNvPr>
          <p:cNvSpPr/>
          <p:nvPr/>
        </p:nvSpPr>
        <p:spPr>
          <a:xfrm>
            <a:off x="1467097" y="4515632"/>
            <a:ext cx="1464094" cy="444586"/>
          </a:xfrm>
          <a:prstGeom prst="rect">
            <a:avLst/>
          </a:prstGeom>
          <a:solidFill>
            <a:srgbClr val="FFC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515DE2-BA0D-E425-FFB3-2C0B28F1074D}"/>
              </a:ext>
            </a:extLst>
          </p:cNvPr>
          <p:cNvSpPr/>
          <p:nvPr/>
        </p:nvSpPr>
        <p:spPr>
          <a:xfrm>
            <a:off x="1467097" y="4159138"/>
            <a:ext cx="1461929" cy="358811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881F698-2224-CC6D-DB04-E00009644EF9}"/>
              </a:ext>
            </a:extLst>
          </p:cNvPr>
          <p:cNvSpPr/>
          <p:nvPr/>
        </p:nvSpPr>
        <p:spPr>
          <a:xfrm>
            <a:off x="1469695" y="3814120"/>
            <a:ext cx="1459333" cy="34638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3038D94-1C3C-9978-6C13-787DB3BD9FBE}"/>
              </a:ext>
            </a:extLst>
          </p:cNvPr>
          <p:cNvSpPr/>
          <p:nvPr/>
        </p:nvSpPr>
        <p:spPr>
          <a:xfrm>
            <a:off x="1469695" y="3380085"/>
            <a:ext cx="1459331" cy="434200"/>
          </a:xfrm>
          <a:prstGeom prst="rect">
            <a:avLst/>
          </a:prstGeom>
          <a:solidFill>
            <a:schemeClr val="tx2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E512A2F-C776-E3CA-9F45-E1C87BAC9AF2}"/>
              </a:ext>
            </a:extLst>
          </p:cNvPr>
          <p:cNvSpPr/>
          <p:nvPr/>
        </p:nvSpPr>
        <p:spPr>
          <a:xfrm>
            <a:off x="1469695" y="3191441"/>
            <a:ext cx="1454135" cy="191812"/>
          </a:xfrm>
          <a:prstGeom prst="rect">
            <a:avLst/>
          </a:prstGeom>
          <a:solidFill>
            <a:srgbClr val="FFC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2C8E95A-E24B-713D-DE03-B64F94E73285}"/>
              </a:ext>
            </a:extLst>
          </p:cNvPr>
          <p:cNvSpPr/>
          <p:nvPr/>
        </p:nvSpPr>
        <p:spPr>
          <a:xfrm>
            <a:off x="1468131" y="2939126"/>
            <a:ext cx="1459332" cy="251970"/>
          </a:xfrm>
          <a:prstGeom prst="rect">
            <a:avLst/>
          </a:prstGeom>
          <a:solidFill>
            <a:schemeClr val="accent6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F360C19-C065-543D-28DF-4B90206242C2}"/>
              </a:ext>
            </a:extLst>
          </p:cNvPr>
          <p:cNvSpPr/>
          <p:nvPr/>
        </p:nvSpPr>
        <p:spPr>
          <a:xfrm>
            <a:off x="1467097" y="2591050"/>
            <a:ext cx="1459332" cy="34934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AA47D037-5D25-3CF2-BE35-7E1C288086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14587" y="2490664"/>
            <a:ext cx="5486400" cy="4572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2ECDD0F-33E5-AE3E-5912-4FA4BDF14760}"/>
              </a:ext>
            </a:extLst>
          </p:cNvPr>
          <p:cNvSpPr txBox="1"/>
          <p:nvPr/>
        </p:nvSpPr>
        <p:spPr>
          <a:xfrm>
            <a:off x="1536246" y="6252768"/>
            <a:ext cx="9001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GABA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65FDAF-4560-6C99-BA1B-C31389BA111E}"/>
              </a:ext>
            </a:extLst>
          </p:cNvPr>
          <p:cNvSpPr txBox="1"/>
          <p:nvPr/>
        </p:nvSpPr>
        <p:spPr>
          <a:xfrm>
            <a:off x="1536245" y="6036816"/>
            <a:ext cx="900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Glutamate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2CD20D-CCD9-06F4-F095-3D3BF16B874E}"/>
              </a:ext>
            </a:extLst>
          </p:cNvPr>
          <p:cNvSpPr txBox="1"/>
          <p:nvPr/>
        </p:nvSpPr>
        <p:spPr>
          <a:xfrm>
            <a:off x="1428233" y="5857183"/>
            <a:ext cx="10081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 Interneuron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7FC38-6079-6278-F5EC-C1F808979E23}"/>
              </a:ext>
            </a:extLst>
          </p:cNvPr>
          <p:cNvSpPr txBox="1"/>
          <p:nvPr/>
        </p:nvSpPr>
        <p:spPr>
          <a:xfrm>
            <a:off x="397405" y="6120764"/>
            <a:ext cx="105599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Neuronal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5B1156-2E11-9BF7-5563-FEC76118D50E}"/>
              </a:ext>
            </a:extLst>
          </p:cNvPr>
          <p:cNvSpPr txBox="1"/>
          <p:nvPr/>
        </p:nvSpPr>
        <p:spPr>
          <a:xfrm>
            <a:off x="397405" y="5506660"/>
            <a:ext cx="10658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Glia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9E8A2B-9E30-AFD2-79B0-2C7B52FFF19F}"/>
              </a:ext>
            </a:extLst>
          </p:cNvPr>
          <p:cNvSpPr txBox="1"/>
          <p:nvPr/>
        </p:nvSpPr>
        <p:spPr>
          <a:xfrm>
            <a:off x="1428234" y="5726116"/>
            <a:ext cx="10081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Radial Glia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E5E9F0-A722-09B9-5EE8-D180D204A800}"/>
              </a:ext>
            </a:extLst>
          </p:cNvPr>
          <p:cNvSpPr txBox="1"/>
          <p:nvPr/>
        </p:nvSpPr>
        <p:spPr>
          <a:xfrm>
            <a:off x="1428224" y="5601148"/>
            <a:ext cx="10081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Ependymal Glia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D97EA8-7006-7B7D-46E1-D25BFBF60250}"/>
              </a:ext>
            </a:extLst>
          </p:cNvPr>
          <p:cNvSpPr txBox="1"/>
          <p:nvPr/>
        </p:nvSpPr>
        <p:spPr>
          <a:xfrm>
            <a:off x="1320222" y="5506660"/>
            <a:ext cx="11161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Oligodendrocyte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F655CF-3967-B921-408C-A25AD9595C06}"/>
              </a:ext>
            </a:extLst>
          </p:cNvPr>
          <p:cNvSpPr txBox="1"/>
          <p:nvPr/>
        </p:nvSpPr>
        <p:spPr>
          <a:xfrm>
            <a:off x="1536245" y="5424676"/>
            <a:ext cx="9001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OPC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2F16CB-10DF-ADD3-E5D2-BBC2B85ED5B8}"/>
              </a:ext>
            </a:extLst>
          </p:cNvPr>
          <p:cNvSpPr txBox="1"/>
          <p:nvPr/>
        </p:nvSpPr>
        <p:spPr>
          <a:xfrm>
            <a:off x="1520407" y="5281240"/>
            <a:ext cx="9159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Immune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10B335-341B-5D0D-7B0A-F8CD3F9A803C}"/>
              </a:ext>
            </a:extLst>
          </p:cNvPr>
          <p:cNvSpPr txBox="1"/>
          <p:nvPr/>
        </p:nvSpPr>
        <p:spPr>
          <a:xfrm>
            <a:off x="1516091" y="5146168"/>
            <a:ext cx="90328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Acetylcholine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7C1F2FC-06C7-51A7-87B2-59434EDE0336}"/>
              </a:ext>
            </a:extLst>
          </p:cNvPr>
          <p:cNvSpPr txBox="1"/>
          <p:nvPr/>
        </p:nvSpPr>
        <p:spPr>
          <a:xfrm>
            <a:off x="1533064" y="4915349"/>
            <a:ext cx="9032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Kisspeptin System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63BA1C-4426-7B4B-1A04-85B1C496ABEB}"/>
              </a:ext>
            </a:extLst>
          </p:cNvPr>
          <p:cNvSpPr txBox="1"/>
          <p:nvPr/>
        </p:nvSpPr>
        <p:spPr>
          <a:xfrm>
            <a:off x="1469695" y="4568009"/>
            <a:ext cx="9666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Tachykinin System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7DE8C0-5CDB-D7B9-D180-B18E4DAD1A7C}"/>
              </a:ext>
            </a:extLst>
          </p:cNvPr>
          <p:cNvSpPr txBox="1"/>
          <p:nvPr/>
        </p:nvSpPr>
        <p:spPr>
          <a:xfrm>
            <a:off x="1509142" y="4167274"/>
            <a:ext cx="9272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Neuropeptide Y System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28FD98-9880-8E5B-A3CC-0C3309E75A9E}"/>
              </a:ext>
            </a:extLst>
          </p:cNvPr>
          <p:cNvSpPr txBox="1"/>
          <p:nvPr/>
        </p:nvSpPr>
        <p:spPr>
          <a:xfrm>
            <a:off x="1491051" y="3428655"/>
            <a:ext cx="9452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Cholecystokinin System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A97ACE-6E51-50D4-7803-0B7E55EFCD09}"/>
              </a:ext>
            </a:extLst>
          </p:cNvPr>
          <p:cNvSpPr txBox="1"/>
          <p:nvPr/>
        </p:nvSpPr>
        <p:spPr>
          <a:xfrm>
            <a:off x="1132426" y="3193219"/>
            <a:ext cx="130391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Galanin System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083D05-78C3-B0E6-E976-A3F8DE8E37FD}"/>
              </a:ext>
            </a:extLst>
          </p:cNvPr>
          <p:cNvSpPr txBox="1"/>
          <p:nvPr/>
        </p:nvSpPr>
        <p:spPr>
          <a:xfrm>
            <a:off x="1493214" y="2903169"/>
            <a:ext cx="9431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Nonapeptide System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DC7041-824D-CCE0-16C9-CE56A64888E3}"/>
              </a:ext>
            </a:extLst>
          </p:cNvPr>
          <p:cNvSpPr txBox="1"/>
          <p:nvPr/>
        </p:nvSpPr>
        <p:spPr>
          <a:xfrm>
            <a:off x="1111852" y="3881088"/>
            <a:ext cx="132449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Steroid Receptors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14A52A0-CEA4-0C41-F51E-1A4055948742}"/>
              </a:ext>
            </a:extLst>
          </p:cNvPr>
          <p:cNvSpPr txBox="1"/>
          <p:nvPr/>
        </p:nvSpPr>
        <p:spPr>
          <a:xfrm>
            <a:off x="1215336" y="2652948"/>
            <a:ext cx="12210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Endothelial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4C108AF-FE39-9342-9BE0-F3AACD1C6A70}"/>
              </a:ext>
            </a:extLst>
          </p:cNvPr>
          <p:cNvSpPr txBox="1"/>
          <p:nvPr/>
        </p:nvSpPr>
        <p:spPr>
          <a:xfrm>
            <a:off x="397405" y="3851410"/>
            <a:ext cx="10660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Neuropeptides and Steroid Hormones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1250090-D42E-DD78-7929-D34DFBEB4F89}"/>
              </a:ext>
            </a:extLst>
          </p:cNvPr>
          <p:cNvSpPr txBox="1"/>
          <p:nvPr/>
        </p:nvSpPr>
        <p:spPr>
          <a:xfrm>
            <a:off x="1533064" y="6376452"/>
            <a:ext cx="90328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Neuron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47004E-54F3-8C94-6E6F-F33269E6C7CE}"/>
              </a:ext>
            </a:extLst>
          </p:cNvPr>
          <p:cNvSpPr txBox="1"/>
          <p:nvPr/>
        </p:nvSpPr>
        <p:spPr>
          <a:xfrm>
            <a:off x="397405" y="2652490"/>
            <a:ext cx="106609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Fibroblast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4D751A-7019-A1AE-0AD4-A8BAF62EACDB}"/>
              </a:ext>
            </a:extLst>
          </p:cNvPr>
          <p:cNvSpPr/>
          <p:nvPr/>
        </p:nvSpPr>
        <p:spPr>
          <a:xfrm>
            <a:off x="387880" y="2585352"/>
            <a:ext cx="5814800" cy="3951262"/>
          </a:xfrm>
          <a:prstGeom prst="rect">
            <a:avLst/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39BDDA5-781E-C1A7-DBEA-EBB33B4A01CC}"/>
              </a:ext>
            </a:extLst>
          </p:cNvPr>
          <p:cNvCxnSpPr>
            <a:cxnSpLocks/>
          </p:cNvCxnSpPr>
          <p:nvPr/>
        </p:nvCxnSpPr>
        <p:spPr>
          <a:xfrm flipH="1">
            <a:off x="387880" y="2940400"/>
            <a:ext cx="2516625" cy="0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6114697-6A33-862E-A7F1-0A0486B83DD6}"/>
              </a:ext>
            </a:extLst>
          </p:cNvPr>
          <p:cNvCxnSpPr>
            <a:cxnSpLocks/>
          </p:cNvCxnSpPr>
          <p:nvPr/>
        </p:nvCxnSpPr>
        <p:spPr>
          <a:xfrm flipH="1">
            <a:off x="387880" y="5313489"/>
            <a:ext cx="2543366" cy="0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35AE6DB-81B7-1BFB-4DEB-76891F6112D6}"/>
              </a:ext>
            </a:extLst>
          </p:cNvPr>
          <p:cNvCxnSpPr>
            <a:cxnSpLocks/>
          </p:cNvCxnSpPr>
          <p:nvPr/>
        </p:nvCxnSpPr>
        <p:spPr>
          <a:xfrm flipH="1">
            <a:off x="397405" y="6010265"/>
            <a:ext cx="2543366" cy="0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CE5B472-A890-B725-5CB9-6B662537692A}"/>
              </a:ext>
            </a:extLst>
          </p:cNvPr>
          <p:cNvSpPr txBox="1"/>
          <p:nvPr/>
        </p:nvSpPr>
        <p:spPr>
          <a:xfrm>
            <a:off x="774700" y="11944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38A16BF-271B-601F-0498-3805974BF14C}"/>
              </a:ext>
            </a:extLst>
          </p:cNvPr>
          <p:cNvSpPr txBox="1"/>
          <p:nvPr/>
        </p:nvSpPr>
        <p:spPr>
          <a:xfrm>
            <a:off x="3366988" y="0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ATAC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4D2B9-AD74-9197-DAE2-2A9B009BC581}"/>
              </a:ext>
            </a:extLst>
          </p:cNvPr>
          <p:cNvSpPr txBox="1"/>
          <p:nvPr/>
        </p:nvSpPr>
        <p:spPr>
          <a:xfrm>
            <a:off x="5841826" y="1510"/>
            <a:ext cx="1773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 + ATAC</a:t>
            </a:r>
          </a:p>
        </p:txBody>
      </p:sp>
    </p:spTree>
    <p:extLst>
      <p:ext uri="{BB962C8B-B14F-4D97-AF65-F5344CB8AC3E}">
        <p14:creationId xmlns:p14="http://schemas.microsoft.com/office/powerpoint/2010/main" val="1896598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1675</TotalTime>
  <Words>82</Words>
  <Application>Microsoft Office PowerPoint</Application>
  <PresentationFormat>Custom</PresentationFormat>
  <Paragraphs>53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Google Sans</vt:lpstr>
      <vt:lpstr>Aptos</vt:lpstr>
      <vt:lpstr>Aptos Black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16</cp:revision>
  <dcterms:created xsi:type="dcterms:W3CDTF">2025-02-13T20:55:36Z</dcterms:created>
  <dcterms:modified xsi:type="dcterms:W3CDTF">2025-02-19T05:27:21Z</dcterms:modified>
</cp:coreProperties>
</file>
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7" r:id="rId2"/>
    <p:sldId id="258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7" autoAdjust="0"/>
    <p:restoredTop sz="94658"/>
  </p:normalViewPr>
  <p:slideViewPr>
    <p:cSldViewPr>
      <p:cViewPr>
        <p:scale>
          <a:sx n="150" d="100"/>
          <a:sy n="150" d="100"/>
        </p:scale>
        <p:origin x="468" y="-1566"/>
      </p:cViewPr>
      <p:guideLst>
        <p:guide orient="horz" pos="3168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image" Target="../media/image21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A diagram of a map&#10;&#10;AI-generated content may be incorrect.">
            <a:extLst>
              <a:ext uri="{FF2B5EF4-FFF2-40B4-BE49-F238E27FC236}">
                <a16:creationId xmlns:a16="http://schemas.microsoft.com/office/drawing/2014/main" id="{DC1D96E0-F962-E0EF-6C90-F987969E85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114" y="204664"/>
            <a:ext cx="2286000" cy="2286000"/>
          </a:xfrm>
          <a:prstGeom prst="rect">
            <a:avLst/>
          </a:prstGeom>
        </p:spPr>
      </p:pic>
      <p:pic>
        <p:nvPicPr>
          <p:cNvPr id="8" name="Picture 7" descr="A diagram with numbers and dots&#10;&#10;AI-generated content may be incorrect.">
            <a:extLst>
              <a:ext uri="{FF2B5EF4-FFF2-40B4-BE49-F238E27FC236}">
                <a16:creationId xmlns:a16="http://schemas.microsoft.com/office/drawing/2014/main" id="{A8A9F539-7A64-C7A0-F692-CD3545B778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3210" y="204664"/>
            <a:ext cx="2286000" cy="2286000"/>
          </a:xfrm>
          <a:prstGeom prst="rect">
            <a:avLst/>
          </a:prstGeom>
        </p:spPr>
      </p:pic>
      <p:pic>
        <p:nvPicPr>
          <p:cNvPr id="10" name="Picture 9" descr="A map with numbers and letters&#10;&#10;AI-generated content may be incorrect.">
            <a:extLst>
              <a:ext uri="{FF2B5EF4-FFF2-40B4-BE49-F238E27FC236}">
                <a16:creationId xmlns:a16="http://schemas.microsoft.com/office/drawing/2014/main" id="{0A42E66F-C3D9-3687-3796-19B743B762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612" y="204664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02CEBB8-4CC0-3788-4C9D-75CF59317D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0200" y="2509428"/>
            <a:ext cx="54864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1556</TotalTime>
  <Words>40</Words>
  <Application>Microsoft Office PowerPoint</Application>
  <PresentationFormat>Custom</PresentationFormat>
  <Paragraphs>27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Google Sans</vt:lpstr>
      <vt:lpstr>Aptos</vt:lpstr>
      <vt:lpstr>Aptos Black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13</cp:revision>
  <dcterms:created xsi:type="dcterms:W3CDTF">2025-02-13T20:55:36Z</dcterms:created>
  <dcterms:modified xsi:type="dcterms:W3CDTF">2025-02-18T17:39:38Z</dcterms:modified>
</cp:coreProperties>
</file>
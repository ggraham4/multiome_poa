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7" autoAdjust="0"/>
    <p:restoredTop sz="94658"/>
  </p:normalViewPr>
  <p:slideViewPr>
    <p:cSldViewPr>
      <p:cViewPr>
        <p:scale>
          <a:sx n="208" d="100"/>
          <a:sy n="208" d="100"/>
        </p:scale>
        <p:origin x="240" y="-3640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DFAE5E-0108-814C-9879-0B621B4430FA}" authorId="{3684BC72-40D7-8E22-33F5-507B15B318F1}" created="2025-02-18T18:22:21.07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4" creationId="{602CEBB8-4CC0-3788-4C9D-75CF59317DFF}"/>
    </ac:deMkLst>
    <p188:txBody>
      <a:bodyPr/>
      <a:lstStyle/>
      <a:p>
        <a:r>
          <a:rPr lang="en-US"/>
          <a:t>Change expression to be scaled, vat 2.1 should be vglut 2.1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7" Type="http://schemas.openxmlformats.org/officeDocument/2006/relationships/image" Target="../media/image25.svg"/><Relationship Id="rId2" Type="http://schemas.microsoft.com/office/2018/10/relationships/comments" Target="../comments/modernComment_102_710BCB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tiff"/><Relationship Id="rId4" Type="http://schemas.openxmlformats.org/officeDocument/2006/relationships/image" Target="../media/image22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02CEBB8-4CC0-3788-4C9D-75CF59317D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0200" y="2509428"/>
            <a:ext cx="54864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1560</TotalTime>
  <Words>40</Words>
  <Application>Microsoft Macintosh PowerPoint</Application>
  <PresentationFormat>Custom</PresentationFormat>
  <Paragraphs>27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14</cp:revision>
  <dcterms:created xsi:type="dcterms:W3CDTF">2025-02-13T20:55:36Z</dcterms:created>
  <dcterms:modified xsi:type="dcterms:W3CDTF">2025-02-18T18:22:21Z</dcterms:modified>
</cp:coreProperties>
</file>
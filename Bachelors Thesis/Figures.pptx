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44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99" autoAdjust="0"/>
    <p:restoredTop sz="94656"/>
  </p:normalViewPr>
  <p:slideViewPr>
    <p:cSldViewPr snapToGrid="0">
      <p:cViewPr>
        <p:scale>
          <a:sx n="101" d="100"/>
          <a:sy n="101" d="100"/>
        </p:scale>
        <p:origin x="1528" y="160"/>
      </p:cViewPr>
      <p:guideLst>
        <p:guide orient="horz" pos="3144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svg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tiff"/><Relationship Id="rId15" Type="http://schemas.openxmlformats.org/officeDocument/2006/relationships/image" Target="../media/image32.png"/><Relationship Id="rId10" Type="http://schemas.openxmlformats.org/officeDocument/2006/relationships/image" Target="../media/image27.tiff"/><Relationship Id="rId4" Type="http://schemas.openxmlformats.org/officeDocument/2006/relationships/image" Target="../media/image21.tiff"/><Relationship Id="rId9" Type="http://schemas.openxmlformats.org/officeDocument/2006/relationships/image" Target="../media/image26.svg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68" name="Graphic 67">
            <a:extLst>
              <a:ext uri="{FF2B5EF4-FFF2-40B4-BE49-F238E27FC236}">
                <a16:creationId xmlns:a16="http://schemas.microsoft.com/office/drawing/2014/main" id="{AFAC6DF5-5A48-4CFF-4E43-615A62ED0D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548"/>
          <a:stretch/>
        </p:blipFill>
        <p:spPr>
          <a:xfrm>
            <a:off x="21454" y="8637992"/>
            <a:ext cx="3837313" cy="141732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090208C-3CBB-6929-56E0-3BF36A80FB0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86200" y="8640925"/>
            <a:ext cx="3886200" cy="1413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3776732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FA82F8-8194-2D06-1D55-BBF802329F34}"/>
              </a:ext>
            </a:extLst>
          </p:cNvPr>
          <p:cNvGrpSpPr/>
          <p:nvPr/>
        </p:nvGrpSpPr>
        <p:grpSpPr>
          <a:xfrm>
            <a:off x="14259" y="2353593"/>
            <a:ext cx="7765300" cy="4723708"/>
            <a:chOff x="40893" y="2353593"/>
            <a:chExt cx="7765300" cy="4723708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628849" y="5827474"/>
              <a:ext cx="1298448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Interneuron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628758" y="5905897"/>
              <a:ext cx="1298448" cy="243693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628758" y="6147992"/>
              <a:ext cx="1298448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628675" y="6301057"/>
              <a:ext cx="1298448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BF08607-6BC4-31DC-B20D-E3E2B6370A45}"/>
                </a:ext>
              </a:extLst>
            </p:cNvPr>
            <p:cNvSpPr/>
            <p:nvPr/>
          </p:nvSpPr>
          <p:spPr>
            <a:xfrm>
              <a:off x="1625622" y="5740270"/>
              <a:ext cx="1290774" cy="8675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56CE23C-4490-3499-24E8-2AECE7F7FD0C}"/>
                </a:ext>
              </a:extLst>
            </p:cNvPr>
            <p:cNvSpPr/>
            <p:nvPr/>
          </p:nvSpPr>
          <p:spPr>
            <a:xfrm>
              <a:off x="1631730" y="5586076"/>
              <a:ext cx="1298448" cy="1494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POA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E6494D5-CC78-FEFF-52B3-5D895823E8D7}"/>
                </a:ext>
              </a:extLst>
            </p:cNvPr>
            <p:cNvSpPr/>
            <p:nvPr/>
          </p:nvSpPr>
          <p:spPr>
            <a:xfrm>
              <a:off x="1628472" y="5413439"/>
              <a:ext cx="1304933" cy="167904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1E60E3A-3F74-F973-6D67-A91E740BA6AD}"/>
                </a:ext>
              </a:extLst>
            </p:cNvPr>
            <p:cNvSpPr/>
            <p:nvPr/>
          </p:nvSpPr>
          <p:spPr>
            <a:xfrm>
              <a:off x="1630864" y="5331126"/>
              <a:ext cx="1285532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E804319C-84F5-E5F2-04E1-E510ED5EED6D}"/>
                </a:ext>
              </a:extLst>
            </p:cNvPr>
            <p:cNvSpPr/>
            <p:nvPr/>
          </p:nvSpPr>
          <p:spPr>
            <a:xfrm>
              <a:off x="1628472" y="5244502"/>
              <a:ext cx="1298448" cy="84923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0041283-E553-A320-4F5B-11F35F546B7A}"/>
                </a:ext>
              </a:extLst>
            </p:cNvPr>
            <p:cNvSpPr/>
            <p:nvPr/>
          </p:nvSpPr>
          <p:spPr>
            <a:xfrm>
              <a:off x="1628473" y="5163760"/>
              <a:ext cx="1304932" cy="822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920D66C-580E-2863-6488-4D556F02F905}"/>
                </a:ext>
              </a:extLst>
            </p:cNvPr>
            <p:cNvSpPr/>
            <p:nvPr/>
          </p:nvSpPr>
          <p:spPr>
            <a:xfrm>
              <a:off x="1630863" y="5004277"/>
              <a:ext cx="1302542" cy="16187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4B7A84E-646D-8975-7F05-759CFBF391E0}"/>
                </a:ext>
              </a:extLst>
            </p:cNvPr>
            <p:cNvSpPr/>
            <p:nvPr/>
          </p:nvSpPr>
          <p:spPr>
            <a:xfrm>
              <a:off x="1630862" y="4746054"/>
              <a:ext cx="1292873" cy="253491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Kisspeptins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7C58DF2-5240-FC20-D955-D5C669F29682}"/>
                </a:ext>
              </a:extLst>
            </p:cNvPr>
            <p:cNvSpPr/>
            <p:nvPr/>
          </p:nvSpPr>
          <p:spPr>
            <a:xfrm>
              <a:off x="1630860" y="4340962"/>
              <a:ext cx="1289119" cy="40508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Tachykinins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B09DA51-B87A-204D-802F-C1CCCD39FB3D}"/>
                </a:ext>
              </a:extLst>
            </p:cNvPr>
            <p:cNvSpPr/>
            <p:nvPr/>
          </p:nvSpPr>
          <p:spPr>
            <a:xfrm>
              <a:off x="1630859" y="4005994"/>
              <a:ext cx="1302546" cy="33882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Neuropeptide Y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4748F2B-ABF1-496D-66CA-5FD0E0293C98}"/>
                </a:ext>
              </a:extLst>
            </p:cNvPr>
            <p:cNvSpPr/>
            <p:nvPr/>
          </p:nvSpPr>
          <p:spPr>
            <a:xfrm>
              <a:off x="1630859" y="3683225"/>
              <a:ext cx="1298453" cy="325047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Steroid Hormones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6EE432-718C-9FC1-DD3E-60CC962E8BB1}"/>
                </a:ext>
              </a:extLst>
            </p:cNvPr>
            <p:cNvSpPr/>
            <p:nvPr/>
          </p:nvSpPr>
          <p:spPr>
            <a:xfrm>
              <a:off x="1630859" y="3278022"/>
              <a:ext cx="1299727" cy="40902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Cholecystokinin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9BE34BC-10CF-DBFA-47E1-F00A69EB3529}"/>
                </a:ext>
              </a:extLst>
            </p:cNvPr>
            <p:cNvSpPr/>
            <p:nvPr/>
          </p:nvSpPr>
          <p:spPr>
            <a:xfrm>
              <a:off x="1630858" y="3102161"/>
              <a:ext cx="1292021" cy="175858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Galanin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88A2CE2-F4F3-FD05-6B60-A66B527335DA}"/>
                </a:ext>
              </a:extLst>
            </p:cNvPr>
            <p:cNvSpPr/>
            <p:nvPr/>
          </p:nvSpPr>
          <p:spPr>
            <a:xfrm>
              <a:off x="1629874" y="2777899"/>
              <a:ext cx="1292873" cy="32657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Nonapeptides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FD5DFA2-13E9-907F-1806-F2D95307233F}"/>
                </a:ext>
              </a:extLst>
            </p:cNvPr>
            <p:cNvSpPr/>
            <p:nvPr/>
          </p:nvSpPr>
          <p:spPr>
            <a:xfrm>
              <a:off x="1628472" y="2457732"/>
              <a:ext cx="1293896" cy="31707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760522" y="5249013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739137" y="3614915"/>
              <a:ext cx="8846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774700" y="2447080"/>
              <a:ext cx="542798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2777902"/>
              <a:ext cx="213615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4700" y="4999545"/>
              <a:ext cx="2156546" cy="4222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490194-3B68-3F07-27ED-FCEB56DADDFA}"/>
                </a:ext>
              </a:extLst>
            </p:cNvPr>
            <p:cNvSpPr txBox="1"/>
            <p:nvPr/>
          </p:nvSpPr>
          <p:spPr>
            <a:xfrm>
              <a:off x="408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e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0E88164-04E3-51E6-6145-D66050235CA1}"/>
                </a:ext>
              </a:extLst>
            </p:cNvPr>
            <p:cNvSpPr txBox="1"/>
            <p:nvPr/>
          </p:nvSpPr>
          <p:spPr>
            <a:xfrm>
              <a:off x="37746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f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F60A217-C9B8-F3CA-353A-2DE763598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2319793" y="2353593"/>
              <a:ext cx="5486400" cy="4572000"/>
            </a:xfrm>
            <a:prstGeom prst="rect">
              <a:avLst/>
            </a:prstGeom>
          </p:spPr>
        </p:pic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7F0535C-9DC4-C7A1-DA9F-859A8B4A75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5738135"/>
              <a:ext cx="214568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C39D94E-6FC3-2547-DDC6-1C6F50D6AE82}"/>
                </a:ext>
              </a:extLst>
            </p:cNvPr>
            <p:cNvSpPr txBox="1"/>
            <p:nvPr/>
          </p:nvSpPr>
          <p:spPr>
            <a:xfrm>
              <a:off x="756000" y="5974346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DF34FC4-973F-F1A1-5C61-A658CDC75FE7}"/>
                </a:ext>
              </a:extLst>
            </p:cNvPr>
            <p:cNvSpPr txBox="1"/>
            <p:nvPr/>
          </p:nvSpPr>
          <p:spPr>
            <a:xfrm>
              <a:off x="763521" y="2505443"/>
              <a:ext cx="88464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4795</TotalTime>
  <Words>83</Words>
  <Application>Microsoft Macintosh PowerPoint</Application>
  <PresentationFormat>Custom</PresentationFormat>
  <Paragraphs>60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26</cp:revision>
  <dcterms:created xsi:type="dcterms:W3CDTF">2025-02-13T20:55:36Z</dcterms:created>
  <dcterms:modified xsi:type="dcterms:W3CDTF">2025-02-22T23:38:46Z</dcterms:modified>
</cp:coreProperties>
</file>
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56" r:id="rId4"/>
    <p:sldId id="257" r:id="rId5"/>
    <p:sldId id="262" r:id="rId6"/>
    <p:sldId id="258" r:id="rId7"/>
    <p:sldId id="259" r:id="rId8"/>
    <p:sldId id="260" r:id="rId9"/>
    <p:sldId id="261" r:id="rId10"/>
    <p:sldId id="266" r:id="rId11"/>
    <p:sldId id="263" r:id="rId12"/>
    <p:sldId id="264" r:id="rId13"/>
    <p:sldId id="265" r:id="rId14"/>
    <p:sldId id="268" r:id="rId15"/>
    <p:sldId id="267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12"/>
    <p:restoredTop sz="94656"/>
  </p:normalViewPr>
  <p:slideViewPr>
    <p:cSldViewPr snapToGrid="0" showGuides="1">
      <p:cViewPr>
        <p:scale>
          <a:sx n="146" d="100"/>
          <a:sy n="146" d="100"/>
        </p:scale>
        <p:origin x="-153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F9A5-A6F9-C564-849D-998F94B41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D843B-9934-620F-A316-8CAFD85FA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EAF1B-77A9-09DC-9F26-84FA7064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5E576-4559-DB67-70D7-8EE7BF2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8F936-813D-8A11-5FBE-9D87A7D4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6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45E0-19A2-CA19-B391-E84128CF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64F7C-4A8C-3E62-1F48-16DF391FD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24658-C28F-3E8A-191F-A92DC72A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F7E02-B586-4987-CC7A-835CBE28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51ED9-82DB-002D-A765-802AA4D5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2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78A7-974B-1ED1-4721-306AED37E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3F688-ED0F-EF59-014B-71DCC9D9F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6F8C2-5F16-A462-A819-66F5D9E6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C8E3E-C344-8631-CA69-0C3A1988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0F013-DDA2-ED02-FD76-B35EE073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ACC1-868B-5465-10DB-AD964FA6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FDD5-C33C-E9AE-BF33-9782246F8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98AC2-2AE5-3FA2-A2D4-61E1299F6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45EF2-2CB7-5DA3-7EE9-B3DA9B41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BF4CB-6863-5180-4082-75A81B60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B22C2-3DBB-A647-A8E1-1B8E18A1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1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416C-AE5E-ABB5-E4CC-696DEB92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D2503-5E2F-D966-F93A-91B63690A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3DD4A-3756-180B-4D0B-8A6D46EFF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AED4D-F36D-7323-B025-888242842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FF66B-DBCC-94AB-79A9-08B722E36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3EFC0-9BDC-8F5F-A152-2A5D464F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572F7-4697-8237-2ABB-09EACC94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029AB-26E9-0A35-C7AD-BE7451F5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6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C561-5693-BD6C-5978-10BC8ABD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08CE7-6BC2-B6DB-D8E0-3253F062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76BC-5D49-892F-EA14-AFB7C782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5BC24-27DD-E533-6829-D99886C0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8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8BC2A-6CFE-56DF-F70D-BA13ED62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75F51-F164-95E8-C849-B70CCDAA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EE0E-330A-6D51-30A8-2A2119EF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3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CBD1-1541-F77C-E237-D7E2EDD9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C971-6063-B931-013B-6D71ABF8D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794EB-EF5D-F521-2842-9CCBAE15B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348F8-6FD4-96F2-0FFB-2C13A4FE2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D3226-6093-9770-9675-D177BE23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0E4-7FFA-605A-2D45-46B55BD8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6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3819-43DA-429B-BD18-51E53F7CF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CF839-3CF8-E2A4-DAA0-754436ADC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E303D-0142-CCDD-65D4-DCFD3AF3E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5DF92-6BEC-20E3-0C82-50B28F17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1E151-91ED-1BFE-A5D2-2B3666B1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0ACBD-08B3-49FE-3E94-45463C03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7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99FC-BFDC-61E2-6BFD-315F7D74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65514-BBEC-1127-8FB1-3B7933AB9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CEC8A-6FED-B1E4-8A9D-01ACA95B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92115-BB5D-100D-4ADE-D7FBD618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24D5-5F58-E86A-48D2-27E9B9F0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8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BA838C-DA0A-03B1-E003-778AA9823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693F7-B21B-E0E1-F252-BBBB1E7AD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F8A7-C7E4-7076-948A-B4D2911C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25A3-5747-CD61-51C1-1F951B62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7FED7-D490-6ACC-1DF7-5D3C4E3C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1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74C75-DF3F-843C-6622-6B445A0F7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4A3BF-C96C-5E56-024D-8C8E79227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7DEC9-7AB4-B9F3-7F6A-634633589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8C275-EE4E-8445-AC31-199DCD3F20B8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EFCB3-5952-EC1F-9224-A32C54D56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B1C-DD5C-08E9-B283-53305CD91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59EDF-049B-F648-B394-987807933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lorful blot&#10;&#10;AI-generated content may be incorrect.">
            <a:extLst>
              <a:ext uri="{FF2B5EF4-FFF2-40B4-BE49-F238E27FC236}">
                <a16:creationId xmlns:a16="http://schemas.microsoft.com/office/drawing/2014/main" id="{F3B1A029-22E0-8596-FFF7-7FEF444DA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2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map&#10;&#10;AI-generated content may be incorrect.">
            <a:extLst>
              <a:ext uri="{FF2B5EF4-FFF2-40B4-BE49-F238E27FC236}">
                <a16:creationId xmlns:a16="http://schemas.microsoft.com/office/drawing/2014/main" id="{F7C1F376-532B-FA8C-FA4B-F3D79C36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19200"/>
            <a:ext cx="7772400" cy="518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2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blots with numbers&#10;&#10;AI-generated content may be incorrect.">
            <a:extLst>
              <a:ext uri="{FF2B5EF4-FFF2-40B4-BE49-F238E27FC236}">
                <a16:creationId xmlns:a16="http://schemas.microsoft.com/office/drawing/2014/main" id="{09FB867E-3AFA-1429-9960-78112132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607" y="362607"/>
            <a:ext cx="6132786" cy="61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0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blots with numbers&#10;&#10;AI-generated content may be incorrect.">
            <a:extLst>
              <a:ext uri="{FF2B5EF4-FFF2-40B4-BE49-F238E27FC236}">
                <a16:creationId xmlns:a16="http://schemas.microsoft.com/office/drawing/2014/main" id="{C54C411D-FAFE-EBED-D392-EBFC6CF8C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607" y="362607"/>
            <a:ext cx="6132786" cy="6132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D7F980-6A4D-0405-4B3C-2E9092AEB52D}"/>
              </a:ext>
            </a:extLst>
          </p:cNvPr>
          <p:cNvSpPr txBox="1"/>
          <p:nvPr/>
        </p:nvSpPr>
        <p:spPr>
          <a:xfrm>
            <a:off x="6217920" y="1788160"/>
            <a:ext cx="49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A07D4-5F5C-6CFC-6E28-36EC5C939640}"/>
              </a:ext>
            </a:extLst>
          </p:cNvPr>
          <p:cNvSpPr txBox="1"/>
          <p:nvPr/>
        </p:nvSpPr>
        <p:spPr>
          <a:xfrm>
            <a:off x="3982720" y="1418828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1FF01-9B0C-15EE-DEFA-6B75334A0974}"/>
              </a:ext>
            </a:extLst>
          </p:cNvPr>
          <p:cNvSpPr txBox="1"/>
          <p:nvPr/>
        </p:nvSpPr>
        <p:spPr>
          <a:xfrm>
            <a:off x="4619051" y="4276155"/>
            <a:ext cx="86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POA_2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E72B3D5-59FE-3DB7-6668-C3FD7CA5A55F}"/>
              </a:ext>
            </a:extLst>
          </p:cNvPr>
          <p:cNvSpPr/>
          <p:nvPr/>
        </p:nvSpPr>
        <p:spPr>
          <a:xfrm>
            <a:off x="3974123" y="1788607"/>
            <a:ext cx="522761" cy="487345"/>
          </a:xfrm>
          <a:custGeom>
            <a:avLst/>
            <a:gdLst>
              <a:gd name="connsiteX0" fmla="*/ 296426 w 522761"/>
              <a:gd name="connsiteY0" fmla="*/ 422030 h 487345"/>
              <a:gd name="connsiteX1" fmla="*/ 251209 w 522761"/>
              <a:gd name="connsiteY1" fmla="*/ 467248 h 487345"/>
              <a:gd name="connsiteX2" fmla="*/ 221064 w 522761"/>
              <a:gd name="connsiteY2" fmla="*/ 487345 h 487345"/>
              <a:gd name="connsiteX3" fmla="*/ 130629 w 522761"/>
              <a:gd name="connsiteY3" fmla="*/ 482320 h 487345"/>
              <a:gd name="connsiteX4" fmla="*/ 105508 w 522761"/>
              <a:gd name="connsiteY4" fmla="*/ 457200 h 487345"/>
              <a:gd name="connsiteX5" fmla="*/ 85411 w 522761"/>
              <a:gd name="connsiteY5" fmla="*/ 427055 h 487345"/>
              <a:gd name="connsiteX6" fmla="*/ 75363 w 522761"/>
              <a:gd name="connsiteY6" fmla="*/ 411982 h 487345"/>
              <a:gd name="connsiteX7" fmla="*/ 65314 w 522761"/>
              <a:gd name="connsiteY7" fmla="*/ 401934 h 487345"/>
              <a:gd name="connsiteX8" fmla="*/ 55266 w 522761"/>
              <a:gd name="connsiteY8" fmla="*/ 371789 h 487345"/>
              <a:gd name="connsiteX9" fmla="*/ 50242 w 522761"/>
              <a:gd name="connsiteY9" fmla="*/ 356716 h 487345"/>
              <a:gd name="connsiteX10" fmla="*/ 35169 w 522761"/>
              <a:gd name="connsiteY10" fmla="*/ 306474 h 487345"/>
              <a:gd name="connsiteX11" fmla="*/ 20097 w 522761"/>
              <a:gd name="connsiteY11" fmla="*/ 261257 h 487345"/>
              <a:gd name="connsiteX12" fmla="*/ 15073 w 522761"/>
              <a:gd name="connsiteY12" fmla="*/ 246184 h 487345"/>
              <a:gd name="connsiteX13" fmla="*/ 10048 w 522761"/>
              <a:gd name="connsiteY13" fmla="*/ 216039 h 487345"/>
              <a:gd name="connsiteX14" fmla="*/ 0 w 522761"/>
              <a:gd name="connsiteY14" fmla="*/ 175846 h 487345"/>
              <a:gd name="connsiteX15" fmla="*/ 5024 w 522761"/>
              <a:gd name="connsiteY15" fmla="*/ 100483 h 487345"/>
              <a:gd name="connsiteX16" fmla="*/ 35169 w 522761"/>
              <a:gd name="connsiteY16" fmla="*/ 60290 h 487345"/>
              <a:gd name="connsiteX17" fmla="*/ 60290 w 522761"/>
              <a:gd name="connsiteY17" fmla="*/ 35169 h 487345"/>
              <a:gd name="connsiteX18" fmla="*/ 85411 w 522761"/>
              <a:gd name="connsiteY18" fmla="*/ 15072 h 487345"/>
              <a:gd name="connsiteX19" fmla="*/ 115556 w 522761"/>
              <a:gd name="connsiteY19" fmla="*/ 5024 h 487345"/>
              <a:gd name="connsiteX20" fmla="*/ 130629 w 522761"/>
              <a:gd name="connsiteY20" fmla="*/ 0 h 487345"/>
              <a:gd name="connsiteX21" fmla="*/ 256233 w 522761"/>
              <a:gd name="connsiteY21" fmla="*/ 5024 h 487345"/>
              <a:gd name="connsiteX22" fmla="*/ 291402 w 522761"/>
              <a:gd name="connsiteY22" fmla="*/ 15072 h 487345"/>
              <a:gd name="connsiteX23" fmla="*/ 306475 w 522761"/>
              <a:gd name="connsiteY23" fmla="*/ 25120 h 487345"/>
              <a:gd name="connsiteX24" fmla="*/ 321547 w 522761"/>
              <a:gd name="connsiteY24" fmla="*/ 30145 h 487345"/>
              <a:gd name="connsiteX25" fmla="*/ 336620 w 522761"/>
              <a:gd name="connsiteY25" fmla="*/ 40193 h 487345"/>
              <a:gd name="connsiteX26" fmla="*/ 371789 w 522761"/>
              <a:gd name="connsiteY26" fmla="*/ 55266 h 487345"/>
              <a:gd name="connsiteX27" fmla="*/ 401934 w 522761"/>
              <a:gd name="connsiteY27" fmla="*/ 70338 h 487345"/>
              <a:gd name="connsiteX28" fmla="*/ 417007 w 522761"/>
              <a:gd name="connsiteY28" fmla="*/ 85411 h 487345"/>
              <a:gd name="connsiteX29" fmla="*/ 457200 w 522761"/>
              <a:gd name="connsiteY29" fmla="*/ 115556 h 487345"/>
              <a:gd name="connsiteX30" fmla="*/ 482321 w 522761"/>
              <a:gd name="connsiteY30" fmla="*/ 150725 h 487345"/>
              <a:gd name="connsiteX31" fmla="*/ 492369 w 522761"/>
              <a:gd name="connsiteY31" fmla="*/ 180870 h 487345"/>
              <a:gd name="connsiteX32" fmla="*/ 502418 w 522761"/>
              <a:gd name="connsiteY32" fmla="*/ 211015 h 487345"/>
              <a:gd name="connsiteX33" fmla="*/ 507442 w 522761"/>
              <a:gd name="connsiteY33" fmla="*/ 226088 h 487345"/>
              <a:gd name="connsiteX34" fmla="*/ 522514 w 522761"/>
              <a:gd name="connsiteY34" fmla="*/ 291402 h 487345"/>
              <a:gd name="connsiteX35" fmla="*/ 517490 w 522761"/>
              <a:gd name="connsiteY35" fmla="*/ 351692 h 487345"/>
              <a:gd name="connsiteX36" fmla="*/ 487345 w 522761"/>
              <a:gd name="connsiteY36" fmla="*/ 361740 h 487345"/>
              <a:gd name="connsiteX37" fmla="*/ 472273 w 522761"/>
              <a:gd name="connsiteY37" fmla="*/ 366764 h 487345"/>
              <a:gd name="connsiteX38" fmla="*/ 457200 w 522761"/>
              <a:gd name="connsiteY38" fmla="*/ 376813 h 487345"/>
              <a:gd name="connsiteX39" fmla="*/ 442128 w 522761"/>
              <a:gd name="connsiteY39" fmla="*/ 381837 h 487345"/>
              <a:gd name="connsiteX40" fmla="*/ 417007 w 522761"/>
              <a:gd name="connsiteY40" fmla="*/ 396909 h 487345"/>
              <a:gd name="connsiteX41" fmla="*/ 391886 w 522761"/>
              <a:gd name="connsiteY41" fmla="*/ 417006 h 487345"/>
              <a:gd name="connsiteX42" fmla="*/ 361741 w 522761"/>
              <a:gd name="connsiteY42" fmla="*/ 427055 h 487345"/>
              <a:gd name="connsiteX43" fmla="*/ 346668 w 522761"/>
              <a:gd name="connsiteY43" fmla="*/ 432079 h 487345"/>
              <a:gd name="connsiteX44" fmla="*/ 296426 w 522761"/>
              <a:gd name="connsiteY44" fmla="*/ 422030 h 48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22761" h="487345">
                <a:moveTo>
                  <a:pt x="296426" y="422030"/>
                </a:moveTo>
                <a:cubicBezTo>
                  <a:pt x="280516" y="427892"/>
                  <a:pt x="293083" y="432354"/>
                  <a:pt x="251209" y="467248"/>
                </a:cubicBezTo>
                <a:cubicBezTo>
                  <a:pt x="226119" y="488156"/>
                  <a:pt x="247552" y="478514"/>
                  <a:pt x="221064" y="487345"/>
                </a:cubicBezTo>
                <a:cubicBezTo>
                  <a:pt x="190919" y="485670"/>
                  <a:pt x="159843" y="489941"/>
                  <a:pt x="130629" y="482320"/>
                </a:cubicBezTo>
                <a:cubicBezTo>
                  <a:pt x="119171" y="479331"/>
                  <a:pt x="112077" y="467053"/>
                  <a:pt x="105508" y="457200"/>
                </a:cubicBezTo>
                <a:lnTo>
                  <a:pt x="85411" y="427055"/>
                </a:lnTo>
                <a:cubicBezTo>
                  <a:pt x="82062" y="422031"/>
                  <a:pt x="79633" y="416252"/>
                  <a:pt x="75363" y="411982"/>
                </a:cubicBezTo>
                <a:lnTo>
                  <a:pt x="65314" y="401934"/>
                </a:lnTo>
                <a:lnTo>
                  <a:pt x="55266" y="371789"/>
                </a:lnTo>
                <a:cubicBezTo>
                  <a:pt x="53591" y="366765"/>
                  <a:pt x="51526" y="361854"/>
                  <a:pt x="50242" y="356716"/>
                </a:cubicBezTo>
                <a:cubicBezTo>
                  <a:pt x="42649" y="326341"/>
                  <a:pt x="47403" y="343173"/>
                  <a:pt x="35169" y="306474"/>
                </a:cubicBezTo>
                <a:lnTo>
                  <a:pt x="20097" y="261257"/>
                </a:lnTo>
                <a:cubicBezTo>
                  <a:pt x="18422" y="256233"/>
                  <a:pt x="15944" y="251408"/>
                  <a:pt x="15073" y="246184"/>
                </a:cubicBezTo>
                <a:cubicBezTo>
                  <a:pt x="13398" y="236136"/>
                  <a:pt x="12183" y="226000"/>
                  <a:pt x="10048" y="216039"/>
                </a:cubicBezTo>
                <a:cubicBezTo>
                  <a:pt x="7154" y="202536"/>
                  <a:pt x="0" y="175846"/>
                  <a:pt x="0" y="175846"/>
                </a:cubicBezTo>
                <a:cubicBezTo>
                  <a:pt x="1675" y="150725"/>
                  <a:pt x="2244" y="125506"/>
                  <a:pt x="5024" y="100483"/>
                </a:cubicBezTo>
                <a:cubicBezTo>
                  <a:pt x="7216" y="80753"/>
                  <a:pt x="21010" y="74449"/>
                  <a:pt x="35169" y="60290"/>
                </a:cubicBezTo>
                <a:lnTo>
                  <a:pt x="60290" y="35169"/>
                </a:lnTo>
                <a:cubicBezTo>
                  <a:pt x="68642" y="26817"/>
                  <a:pt x="74003" y="20142"/>
                  <a:pt x="85411" y="15072"/>
                </a:cubicBezTo>
                <a:cubicBezTo>
                  <a:pt x="95090" y="10770"/>
                  <a:pt x="105508" y="8373"/>
                  <a:pt x="115556" y="5024"/>
                </a:cubicBezTo>
                <a:lnTo>
                  <a:pt x="130629" y="0"/>
                </a:lnTo>
                <a:cubicBezTo>
                  <a:pt x="172497" y="1675"/>
                  <a:pt x="214431" y="2141"/>
                  <a:pt x="256233" y="5024"/>
                </a:cubicBezTo>
                <a:cubicBezTo>
                  <a:pt x="259968" y="5282"/>
                  <a:pt x="286268" y="12505"/>
                  <a:pt x="291402" y="15072"/>
                </a:cubicBezTo>
                <a:cubicBezTo>
                  <a:pt x="296803" y="17772"/>
                  <a:pt x="301074" y="22419"/>
                  <a:pt x="306475" y="25120"/>
                </a:cubicBezTo>
                <a:cubicBezTo>
                  <a:pt x="311212" y="27488"/>
                  <a:pt x="316810" y="27777"/>
                  <a:pt x="321547" y="30145"/>
                </a:cubicBezTo>
                <a:cubicBezTo>
                  <a:pt x="326948" y="32846"/>
                  <a:pt x="331377" y="37197"/>
                  <a:pt x="336620" y="40193"/>
                </a:cubicBezTo>
                <a:cubicBezTo>
                  <a:pt x="409816" y="82017"/>
                  <a:pt x="315415" y="27078"/>
                  <a:pt x="371789" y="55266"/>
                </a:cubicBezTo>
                <a:cubicBezTo>
                  <a:pt x="410739" y="74742"/>
                  <a:pt x="364058" y="57713"/>
                  <a:pt x="401934" y="70338"/>
                </a:cubicBezTo>
                <a:cubicBezTo>
                  <a:pt x="406958" y="75362"/>
                  <a:pt x="411398" y="81049"/>
                  <a:pt x="417007" y="85411"/>
                </a:cubicBezTo>
                <a:cubicBezTo>
                  <a:pt x="437630" y="101451"/>
                  <a:pt x="443894" y="99589"/>
                  <a:pt x="457200" y="115556"/>
                </a:cubicBezTo>
                <a:cubicBezTo>
                  <a:pt x="458972" y="117682"/>
                  <a:pt x="479833" y="145126"/>
                  <a:pt x="482321" y="150725"/>
                </a:cubicBezTo>
                <a:cubicBezTo>
                  <a:pt x="486623" y="160404"/>
                  <a:pt x="489020" y="170822"/>
                  <a:pt x="492369" y="180870"/>
                </a:cubicBezTo>
                <a:lnTo>
                  <a:pt x="502418" y="211015"/>
                </a:lnTo>
                <a:cubicBezTo>
                  <a:pt x="504093" y="216039"/>
                  <a:pt x="506158" y="220950"/>
                  <a:pt x="507442" y="226088"/>
                </a:cubicBezTo>
                <a:cubicBezTo>
                  <a:pt x="519561" y="274566"/>
                  <a:pt x="514782" y="252739"/>
                  <a:pt x="522514" y="291402"/>
                </a:cubicBezTo>
                <a:cubicBezTo>
                  <a:pt x="520839" y="311499"/>
                  <a:pt x="526509" y="333655"/>
                  <a:pt x="517490" y="351692"/>
                </a:cubicBezTo>
                <a:cubicBezTo>
                  <a:pt x="512753" y="361166"/>
                  <a:pt x="497393" y="358391"/>
                  <a:pt x="487345" y="361740"/>
                </a:cubicBezTo>
                <a:lnTo>
                  <a:pt x="472273" y="366764"/>
                </a:lnTo>
                <a:cubicBezTo>
                  <a:pt x="467249" y="370114"/>
                  <a:pt x="462601" y="374112"/>
                  <a:pt x="457200" y="376813"/>
                </a:cubicBezTo>
                <a:cubicBezTo>
                  <a:pt x="452463" y="379181"/>
                  <a:pt x="446669" y="379112"/>
                  <a:pt x="442128" y="381837"/>
                </a:cubicBezTo>
                <a:cubicBezTo>
                  <a:pt x="407645" y="402526"/>
                  <a:pt x="459702" y="382677"/>
                  <a:pt x="417007" y="396909"/>
                </a:cubicBezTo>
                <a:cubicBezTo>
                  <a:pt x="408655" y="405261"/>
                  <a:pt x="403294" y="411935"/>
                  <a:pt x="391886" y="417006"/>
                </a:cubicBezTo>
                <a:cubicBezTo>
                  <a:pt x="382207" y="421308"/>
                  <a:pt x="371789" y="423705"/>
                  <a:pt x="361741" y="427055"/>
                </a:cubicBezTo>
                <a:cubicBezTo>
                  <a:pt x="356717" y="428730"/>
                  <a:pt x="351911" y="431330"/>
                  <a:pt x="346668" y="432079"/>
                </a:cubicBezTo>
                <a:cubicBezTo>
                  <a:pt x="308183" y="437577"/>
                  <a:pt x="312336" y="416168"/>
                  <a:pt x="296426" y="422030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47F5333-82F7-6F8C-C38B-FE88C8F8DC95}"/>
              </a:ext>
            </a:extLst>
          </p:cNvPr>
          <p:cNvSpPr/>
          <p:nvPr/>
        </p:nvSpPr>
        <p:spPr>
          <a:xfrm>
            <a:off x="5591907" y="2009670"/>
            <a:ext cx="954593" cy="1135464"/>
          </a:xfrm>
          <a:custGeom>
            <a:avLst/>
            <a:gdLst>
              <a:gd name="connsiteX0" fmla="*/ 175846 w 1019907"/>
              <a:gd name="connsiteY0" fmla="*/ 291402 h 1145512"/>
              <a:gd name="connsiteX1" fmla="*/ 145701 w 1019907"/>
              <a:gd name="connsiteY1" fmla="*/ 326571 h 1145512"/>
              <a:gd name="connsiteX2" fmla="*/ 125604 w 1019907"/>
              <a:gd name="connsiteY2" fmla="*/ 346668 h 1145512"/>
              <a:gd name="connsiteX3" fmla="*/ 110532 w 1019907"/>
              <a:gd name="connsiteY3" fmla="*/ 361740 h 1145512"/>
              <a:gd name="connsiteX4" fmla="*/ 100483 w 1019907"/>
              <a:gd name="connsiteY4" fmla="*/ 376813 h 1145512"/>
              <a:gd name="connsiteX5" fmla="*/ 75362 w 1019907"/>
              <a:gd name="connsiteY5" fmla="*/ 422031 h 1145512"/>
              <a:gd name="connsiteX6" fmla="*/ 65314 w 1019907"/>
              <a:gd name="connsiteY6" fmla="*/ 437103 h 1145512"/>
              <a:gd name="connsiteX7" fmla="*/ 45217 w 1019907"/>
              <a:gd name="connsiteY7" fmla="*/ 477297 h 1145512"/>
              <a:gd name="connsiteX8" fmla="*/ 25121 w 1019907"/>
              <a:gd name="connsiteY8" fmla="*/ 522514 h 1145512"/>
              <a:gd name="connsiteX9" fmla="*/ 10048 w 1019907"/>
              <a:gd name="connsiteY9" fmla="*/ 602901 h 1145512"/>
              <a:gd name="connsiteX10" fmla="*/ 0 w 1019907"/>
              <a:gd name="connsiteY10" fmla="*/ 698360 h 1145512"/>
              <a:gd name="connsiteX11" fmla="*/ 5024 w 1019907"/>
              <a:gd name="connsiteY11" fmla="*/ 758650 h 1145512"/>
              <a:gd name="connsiteX12" fmla="*/ 15072 w 1019907"/>
              <a:gd name="connsiteY12" fmla="*/ 788795 h 1145512"/>
              <a:gd name="connsiteX13" fmla="*/ 30145 w 1019907"/>
              <a:gd name="connsiteY13" fmla="*/ 818940 h 1145512"/>
              <a:gd name="connsiteX14" fmla="*/ 35169 w 1019907"/>
              <a:gd name="connsiteY14" fmla="*/ 834013 h 1145512"/>
              <a:gd name="connsiteX15" fmla="*/ 50242 w 1019907"/>
              <a:gd name="connsiteY15" fmla="*/ 844061 h 1145512"/>
              <a:gd name="connsiteX16" fmla="*/ 75362 w 1019907"/>
              <a:gd name="connsiteY16" fmla="*/ 859134 h 1145512"/>
              <a:gd name="connsiteX17" fmla="*/ 185894 w 1019907"/>
              <a:gd name="connsiteY17" fmla="*/ 849086 h 1145512"/>
              <a:gd name="connsiteX18" fmla="*/ 271305 w 1019907"/>
              <a:gd name="connsiteY18" fmla="*/ 854110 h 1145512"/>
              <a:gd name="connsiteX19" fmla="*/ 316523 w 1019907"/>
              <a:gd name="connsiteY19" fmla="*/ 874206 h 1145512"/>
              <a:gd name="connsiteX20" fmla="*/ 351692 w 1019907"/>
              <a:gd name="connsiteY20" fmla="*/ 899327 h 1145512"/>
              <a:gd name="connsiteX21" fmla="*/ 361740 w 1019907"/>
              <a:gd name="connsiteY21" fmla="*/ 909376 h 1145512"/>
              <a:gd name="connsiteX22" fmla="*/ 391885 w 1019907"/>
              <a:gd name="connsiteY22" fmla="*/ 929472 h 1145512"/>
              <a:gd name="connsiteX23" fmla="*/ 417006 w 1019907"/>
              <a:gd name="connsiteY23" fmla="*/ 949569 h 1145512"/>
              <a:gd name="connsiteX24" fmla="*/ 427055 w 1019907"/>
              <a:gd name="connsiteY24" fmla="*/ 959617 h 1145512"/>
              <a:gd name="connsiteX25" fmla="*/ 442127 w 1019907"/>
              <a:gd name="connsiteY25" fmla="*/ 964642 h 1145512"/>
              <a:gd name="connsiteX26" fmla="*/ 467248 w 1019907"/>
              <a:gd name="connsiteY26" fmla="*/ 984738 h 1145512"/>
              <a:gd name="connsiteX27" fmla="*/ 487345 w 1019907"/>
              <a:gd name="connsiteY27" fmla="*/ 1004835 h 1145512"/>
              <a:gd name="connsiteX28" fmla="*/ 512466 w 1019907"/>
              <a:gd name="connsiteY28" fmla="*/ 1024932 h 1145512"/>
              <a:gd name="connsiteX29" fmla="*/ 527538 w 1019907"/>
              <a:gd name="connsiteY29" fmla="*/ 1034980 h 1145512"/>
              <a:gd name="connsiteX30" fmla="*/ 547635 w 1019907"/>
              <a:gd name="connsiteY30" fmla="*/ 1055077 h 1145512"/>
              <a:gd name="connsiteX31" fmla="*/ 577780 w 1019907"/>
              <a:gd name="connsiteY31" fmla="*/ 1075173 h 1145512"/>
              <a:gd name="connsiteX32" fmla="*/ 602901 w 1019907"/>
              <a:gd name="connsiteY32" fmla="*/ 1090246 h 1145512"/>
              <a:gd name="connsiteX33" fmla="*/ 617973 w 1019907"/>
              <a:gd name="connsiteY33" fmla="*/ 1100294 h 1145512"/>
              <a:gd name="connsiteX34" fmla="*/ 628022 w 1019907"/>
              <a:gd name="connsiteY34" fmla="*/ 1110343 h 1145512"/>
              <a:gd name="connsiteX35" fmla="*/ 643094 w 1019907"/>
              <a:gd name="connsiteY35" fmla="*/ 1115367 h 1145512"/>
              <a:gd name="connsiteX36" fmla="*/ 658167 w 1019907"/>
              <a:gd name="connsiteY36" fmla="*/ 1125415 h 1145512"/>
              <a:gd name="connsiteX37" fmla="*/ 688312 w 1019907"/>
              <a:gd name="connsiteY37" fmla="*/ 1135464 h 1145512"/>
              <a:gd name="connsiteX38" fmla="*/ 703384 w 1019907"/>
              <a:gd name="connsiteY38" fmla="*/ 1140488 h 1145512"/>
              <a:gd name="connsiteX39" fmla="*/ 753626 w 1019907"/>
              <a:gd name="connsiteY39" fmla="*/ 1145512 h 1145512"/>
              <a:gd name="connsiteX40" fmla="*/ 793820 w 1019907"/>
              <a:gd name="connsiteY40" fmla="*/ 1140488 h 1145512"/>
              <a:gd name="connsiteX41" fmla="*/ 828989 w 1019907"/>
              <a:gd name="connsiteY41" fmla="*/ 1100294 h 1145512"/>
              <a:gd name="connsiteX42" fmla="*/ 849085 w 1019907"/>
              <a:gd name="connsiteY42" fmla="*/ 1075173 h 1145512"/>
              <a:gd name="connsiteX43" fmla="*/ 869182 w 1019907"/>
              <a:gd name="connsiteY43" fmla="*/ 1004835 h 1145512"/>
              <a:gd name="connsiteX44" fmla="*/ 874206 w 1019907"/>
              <a:gd name="connsiteY44" fmla="*/ 974690 h 1145512"/>
              <a:gd name="connsiteX45" fmla="*/ 884255 w 1019907"/>
              <a:gd name="connsiteY45" fmla="*/ 944545 h 1145512"/>
              <a:gd name="connsiteX46" fmla="*/ 889279 w 1019907"/>
              <a:gd name="connsiteY46" fmla="*/ 929472 h 1145512"/>
              <a:gd name="connsiteX47" fmla="*/ 894303 w 1019907"/>
              <a:gd name="connsiteY47" fmla="*/ 914400 h 1145512"/>
              <a:gd name="connsiteX48" fmla="*/ 899327 w 1019907"/>
              <a:gd name="connsiteY48" fmla="*/ 899327 h 1145512"/>
              <a:gd name="connsiteX49" fmla="*/ 909376 w 1019907"/>
              <a:gd name="connsiteY49" fmla="*/ 879231 h 1145512"/>
              <a:gd name="connsiteX50" fmla="*/ 919424 w 1019907"/>
              <a:gd name="connsiteY50" fmla="*/ 849086 h 1145512"/>
              <a:gd name="connsiteX51" fmla="*/ 929472 w 1019907"/>
              <a:gd name="connsiteY51" fmla="*/ 818940 h 1145512"/>
              <a:gd name="connsiteX52" fmla="*/ 934496 w 1019907"/>
              <a:gd name="connsiteY52" fmla="*/ 803868 h 1145512"/>
              <a:gd name="connsiteX53" fmla="*/ 944545 w 1019907"/>
              <a:gd name="connsiteY53" fmla="*/ 788795 h 1145512"/>
              <a:gd name="connsiteX54" fmla="*/ 959617 w 1019907"/>
              <a:gd name="connsiteY54" fmla="*/ 738554 h 1145512"/>
              <a:gd name="connsiteX55" fmla="*/ 964642 w 1019907"/>
              <a:gd name="connsiteY55" fmla="*/ 723481 h 1145512"/>
              <a:gd name="connsiteX56" fmla="*/ 974690 w 1019907"/>
              <a:gd name="connsiteY56" fmla="*/ 708409 h 1145512"/>
              <a:gd name="connsiteX57" fmla="*/ 999811 w 1019907"/>
              <a:gd name="connsiteY57" fmla="*/ 633046 h 1145512"/>
              <a:gd name="connsiteX58" fmla="*/ 1009859 w 1019907"/>
              <a:gd name="connsiteY58" fmla="*/ 602901 h 1145512"/>
              <a:gd name="connsiteX59" fmla="*/ 1014883 w 1019907"/>
              <a:gd name="connsiteY59" fmla="*/ 587828 h 1145512"/>
              <a:gd name="connsiteX60" fmla="*/ 1019907 w 1019907"/>
              <a:gd name="connsiteY60" fmla="*/ 557683 h 1145512"/>
              <a:gd name="connsiteX61" fmla="*/ 1009859 w 1019907"/>
              <a:gd name="connsiteY61" fmla="*/ 381837 h 1145512"/>
              <a:gd name="connsiteX62" fmla="*/ 999811 w 1019907"/>
              <a:gd name="connsiteY62" fmla="*/ 346668 h 1145512"/>
              <a:gd name="connsiteX63" fmla="*/ 994787 w 1019907"/>
              <a:gd name="connsiteY63" fmla="*/ 326571 h 1145512"/>
              <a:gd name="connsiteX64" fmla="*/ 984738 w 1019907"/>
              <a:gd name="connsiteY64" fmla="*/ 296426 h 1145512"/>
              <a:gd name="connsiteX65" fmla="*/ 969666 w 1019907"/>
              <a:gd name="connsiteY65" fmla="*/ 246184 h 1145512"/>
              <a:gd name="connsiteX66" fmla="*/ 959617 w 1019907"/>
              <a:gd name="connsiteY66" fmla="*/ 236136 h 1145512"/>
              <a:gd name="connsiteX67" fmla="*/ 934496 w 1019907"/>
              <a:gd name="connsiteY67" fmla="*/ 200967 h 1145512"/>
              <a:gd name="connsiteX68" fmla="*/ 899327 w 1019907"/>
              <a:gd name="connsiteY68" fmla="*/ 160773 h 1145512"/>
              <a:gd name="connsiteX69" fmla="*/ 884255 w 1019907"/>
              <a:gd name="connsiteY69" fmla="*/ 150725 h 1145512"/>
              <a:gd name="connsiteX70" fmla="*/ 864158 w 1019907"/>
              <a:gd name="connsiteY70" fmla="*/ 130628 h 1145512"/>
              <a:gd name="connsiteX71" fmla="*/ 849085 w 1019907"/>
              <a:gd name="connsiteY71" fmla="*/ 115556 h 1145512"/>
              <a:gd name="connsiteX72" fmla="*/ 839037 w 1019907"/>
              <a:gd name="connsiteY72" fmla="*/ 105507 h 1145512"/>
              <a:gd name="connsiteX73" fmla="*/ 823965 w 1019907"/>
              <a:gd name="connsiteY73" fmla="*/ 95459 h 1145512"/>
              <a:gd name="connsiteX74" fmla="*/ 813916 w 1019907"/>
              <a:gd name="connsiteY74" fmla="*/ 85411 h 1145512"/>
              <a:gd name="connsiteX75" fmla="*/ 783771 w 1019907"/>
              <a:gd name="connsiteY75" fmla="*/ 65314 h 1145512"/>
              <a:gd name="connsiteX76" fmla="*/ 768699 w 1019907"/>
              <a:gd name="connsiteY76" fmla="*/ 55266 h 1145512"/>
              <a:gd name="connsiteX77" fmla="*/ 753626 w 1019907"/>
              <a:gd name="connsiteY77" fmla="*/ 45217 h 1145512"/>
              <a:gd name="connsiteX78" fmla="*/ 723481 w 1019907"/>
              <a:gd name="connsiteY78" fmla="*/ 35169 h 1145512"/>
              <a:gd name="connsiteX79" fmla="*/ 708409 w 1019907"/>
              <a:gd name="connsiteY79" fmla="*/ 30145 h 1145512"/>
              <a:gd name="connsiteX80" fmla="*/ 693336 w 1019907"/>
              <a:gd name="connsiteY80" fmla="*/ 25121 h 1145512"/>
              <a:gd name="connsiteX81" fmla="*/ 648118 w 1019907"/>
              <a:gd name="connsiteY81" fmla="*/ 5024 h 1145512"/>
              <a:gd name="connsiteX82" fmla="*/ 633046 w 1019907"/>
              <a:gd name="connsiteY82" fmla="*/ 0 h 1145512"/>
              <a:gd name="connsiteX83" fmla="*/ 552659 w 1019907"/>
              <a:gd name="connsiteY83" fmla="*/ 5024 h 1145512"/>
              <a:gd name="connsiteX84" fmla="*/ 522514 w 1019907"/>
              <a:gd name="connsiteY84" fmla="*/ 15072 h 1145512"/>
              <a:gd name="connsiteX85" fmla="*/ 507442 w 1019907"/>
              <a:gd name="connsiteY85" fmla="*/ 25121 h 1145512"/>
              <a:gd name="connsiteX86" fmla="*/ 487345 w 1019907"/>
              <a:gd name="connsiteY86" fmla="*/ 30145 h 1145512"/>
              <a:gd name="connsiteX87" fmla="*/ 472272 w 1019907"/>
              <a:gd name="connsiteY87" fmla="*/ 35169 h 1145512"/>
              <a:gd name="connsiteX88" fmla="*/ 442127 w 1019907"/>
              <a:gd name="connsiteY88" fmla="*/ 55266 h 1145512"/>
              <a:gd name="connsiteX89" fmla="*/ 427055 w 1019907"/>
              <a:gd name="connsiteY89" fmla="*/ 65314 h 1145512"/>
              <a:gd name="connsiteX90" fmla="*/ 406958 w 1019907"/>
              <a:gd name="connsiteY90" fmla="*/ 85411 h 1145512"/>
              <a:gd name="connsiteX91" fmla="*/ 376813 w 1019907"/>
              <a:gd name="connsiteY91" fmla="*/ 105507 h 1145512"/>
              <a:gd name="connsiteX92" fmla="*/ 351692 w 1019907"/>
              <a:gd name="connsiteY92" fmla="*/ 120580 h 1145512"/>
              <a:gd name="connsiteX93" fmla="*/ 321547 w 1019907"/>
              <a:gd name="connsiteY93" fmla="*/ 145701 h 1145512"/>
              <a:gd name="connsiteX94" fmla="*/ 306474 w 1019907"/>
              <a:gd name="connsiteY94" fmla="*/ 150725 h 1145512"/>
              <a:gd name="connsiteX95" fmla="*/ 291402 w 1019907"/>
              <a:gd name="connsiteY95" fmla="*/ 160773 h 1145512"/>
              <a:gd name="connsiteX96" fmla="*/ 281354 w 1019907"/>
              <a:gd name="connsiteY96" fmla="*/ 170822 h 1145512"/>
              <a:gd name="connsiteX97" fmla="*/ 266281 w 1019907"/>
              <a:gd name="connsiteY97" fmla="*/ 175846 h 1145512"/>
              <a:gd name="connsiteX98" fmla="*/ 241160 w 1019907"/>
              <a:gd name="connsiteY98" fmla="*/ 200967 h 1145512"/>
              <a:gd name="connsiteX99" fmla="*/ 216039 w 1019907"/>
              <a:gd name="connsiteY99" fmla="*/ 221064 h 1145512"/>
              <a:gd name="connsiteX100" fmla="*/ 185894 w 1019907"/>
              <a:gd name="connsiteY100" fmla="*/ 261257 h 1145512"/>
              <a:gd name="connsiteX101" fmla="*/ 175846 w 1019907"/>
              <a:gd name="connsiteY101" fmla="*/ 291402 h 114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019907" h="1145512">
                <a:moveTo>
                  <a:pt x="175846" y="291402"/>
                </a:moveTo>
                <a:cubicBezTo>
                  <a:pt x="169147" y="302288"/>
                  <a:pt x="156087" y="315146"/>
                  <a:pt x="145701" y="326571"/>
                </a:cubicBezTo>
                <a:cubicBezTo>
                  <a:pt x="139328" y="333581"/>
                  <a:pt x="132303" y="339969"/>
                  <a:pt x="125604" y="346668"/>
                </a:cubicBezTo>
                <a:cubicBezTo>
                  <a:pt x="120580" y="351692"/>
                  <a:pt x="114473" y="355828"/>
                  <a:pt x="110532" y="361740"/>
                </a:cubicBezTo>
                <a:lnTo>
                  <a:pt x="100483" y="376813"/>
                </a:lnTo>
                <a:cubicBezTo>
                  <a:pt x="91640" y="403343"/>
                  <a:pt x="98397" y="387479"/>
                  <a:pt x="75362" y="422031"/>
                </a:cubicBezTo>
                <a:lnTo>
                  <a:pt x="65314" y="437103"/>
                </a:lnTo>
                <a:cubicBezTo>
                  <a:pt x="53768" y="471742"/>
                  <a:pt x="62756" y="459758"/>
                  <a:pt x="45217" y="477297"/>
                </a:cubicBezTo>
                <a:cubicBezTo>
                  <a:pt x="33260" y="513170"/>
                  <a:pt x="41044" y="498629"/>
                  <a:pt x="25121" y="522514"/>
                </a:cubicBezTo>
                <a:cubicBezTo>
                  <a:pt x="20951" y="543364"/>
                  <a:pt x="13182" y="579398"/>
                  <a:pt x="10048" y="602901"/>
                </a:cubicBezTo>
                <a:cubicBezTo>
                  <a:pt x="7295" y="623552"/>
                  <a:pt x="1950" y="678858"/>
                  <a:pt x="0" y="698360"/>
                </a:cubicBezTo>
                <a:cubicBezTo>
                  <a:pt x="1675" y="718457"/>
                  <a:pt x="1709" y="738758"/>
                  <a:pt x="5024" y="758650"/>
                </a:cubicBezTo>
                <a:cubicBezTo>
                  <a:pt x="6765" y="769098"/>
                  <a:pt x="11723" y="778747"/>
                  <a:pt x="15072" y="788795"/>
                </a:cubicBezTo>
                <a:cubicBezTo>
                  <a:pt x="22006" y="809597"/>
                  <a:pt x="17158" y="799461"/>
                  <a:pt x="30145" y="818940"/>
                </a:cubicBezTo>
                <a:cubicBezTo>
                  <a:pt x="31820" y="823964"/>
                  <a:pt x="31861" y="829877"/>
                  <a:pt x="35169" y="834013"/>
                </a:cubicBezTo>
                <a:cubicBezTo>
                  <a:pt x="38941" y="838728"/>
                  <a:pt x="45527" y="840289"/>
                  <a:pt x="50242" y="844061"/>
                </a:cubicBezTo>
                <a:cubicBezTo>
                  <a:pt x="69948" y="859826"/>
                  <a:pt x="49185" y="850408"/>
                  <a:pt x="75362" y="859134"/>
                </a:cubicBezTo>
                <a:cubicBezTo>
                  <a:pt x="92073" y="857463"/>
                  <a:pt x="173051" y="849086"/>
                  <a:pt x="185894" y="849086"/>
                </a:cubicBezTo>
                <a:cubicBezTo>
                  <a:pt x="214414" y="849086"/>
                  <a:pt x="242835" y="852435"/>
                  <a:pt x="271305" y="854110"/>
                </a:cubicBezTo>
                <a:cubicBezTo>
                  <a:pt x="291941" y="860988"/>
                  <a:pt x="301324" y="861179"/>
                  <a:pt x="316523" y="874206"/>
                </a:cubicBezTo>
                <a:cubicBezTo>
                  <a:pt x="346868" y="900215"/>
                  <a:pt x="323997" y="890095"/>
                  <a:pt x="351692" y="899327"/>
                </a:cubicBezTo>
                <a:cubicBezTo>
                  <a:pt x="355041" y="902677"/>
                  <a:pt x="357950" y="906534"/>
                  <a:pt x="361740" y="909376"/>
                </a:cubicBezTo>
                <a:cubicBezTo>
                  <a:pt x="371401" y="916622"/>
                  <a:pt x="383346" y="920933"/>
                  <a:pt x="391885" y="929472"/>
                </a:cubicBezTo>
                <a:cubicBezTo>
                  <a:pt x="416144" y="953731"/>
                  <a:pt x="385322" y="924223"/>
                  <a:pt x="417006" y="949569"/>
                </a:cubicBezTo>
                <a:cubicBezTo>
                  <a:pt x="420705" y="952528"/>
                  <a:pt x="422993" y="957180"/>
                  <a:pt x="427055" y="959617"/>
                </a:cubicBezTo>
                <a:cubicBezTo>
                  <a:pt x="431596" y="962342"/>
                  <a:pt x="437103" y="962967"/>
                  <a:pt x="442127" y="964642"/>
                </a:cubicBezTo>
                <a:cubicBezTo>
                  <a:pt x="476349" y="998860"/>
                  <a:pt x="422865" y="946695"/>
                  <a:pt x="467248" y="984738"/>
                </a:cubicBezTo>
                <a:cubicBezTo>
                  <a:pt x="474441" y="990903"/>
                  <a:pt x="479462" y="999580"/>
                  <a:pt x="487345" y="1004835"/>
                </a:cubicBezTo>
                <a:cubicBezTo>
                  <a:pt x="533732" y="1035760"/>
                  <a:pt x="476672" y="996296"/>
                  <a:pt x="512466" y="1024932"/>
                </a:cubicBezTo>
                <a:cubicBezTo>
                  <a:pt x="517181" y="1028704"/>
                  <a:pt x="522954" y="1031050"/>
                  <a:pt x="527538" y="1034980"/>
                </a:cubicBezTo>
                <a:cubicBezTo>
                  <a:pt x="534731" y="1041145"/>
                  <a:pt x="539752" y="1049822"/>
                  <a:pt x="547635" y="1055077"/>
                </a:cubicBezTo>
                <a:cubicBezTo>
                  <a:pt x="557683" y="1061776"/>
                  <a:pt x="569241" y="1066633"/>
                  <a:pt x="577780" y="1075173"/>
                </a:cubicBezTo>
                <a:cubicBezTo>
                  <a:pt x="591573" y="1088967"/>
                  <a:pt x="583334" y="1083724"/>
                  <a:pt x="602901" y="1090246"/>
                </a:cubicBezTo>
                <a:cubicBezTo>
                  <a:pt x="607925" y="1093595"/>
                  <a:pt x="613258" y="1096522"/>
                  <a:pt x="617973" y="1100294"/>
                </a:cubicBezTo>
                <a:cubicBezTo>
                  <a:pt x="621672" y="1103253"/>
                  <a:pt x="623960" y="1107906"/>
                  <a:pt x="628022" y="1110343"/>
                </a:cubicBezTo>
                <a:cubicBezTo>
                  <a:pt x="632563" y="1113068"/>
                  <a:pt x="638357" y="1112999"/>
                  <a:pt x="643094" y="1115367"/>
                </a:cubicBezTo>
                <a:cubicBezTo>
                  <a:pt x="648495" y="1118067"/>
                  <a:pt x="652649" y="1122963"/>
                  <a:pt x="658167" y="1125415"/>
                </a:cubicBezTo>
                <a:cubicBezTo>
                  <a:pt x="667846" y="1129717"/>
                  <a:pt x="678264" y="1132114"/>
                  <a:pt x="688312" y="1135464"/>
                </a:cubicBezTo>
                <a:cubicBezTo>
                  <a:pt x="693336" y="1137139"/>
                  <a:pt x="698115" y="1139961"/>
                  <a:pt x="703384" y="1140488"/>
                </a:cubicBezTo>
                <a:lnTo>
                  <a:pt x="753626" y="1145512"/>
                </a:lnTo>
                <a:cubicBezTo>
                  <a:pt x="767024" y="1143837"/>
                  <a:pt x="780794" y="1144041"/>
                  <a:pt x="793820" y="1140488"/>
                </a:cubicBezTo>
                <a:cubicBezTo>
                  <a:pt x="810875" y="1135836"/>
                  <a:pt x="821672" y="1111269"/>
                  <a:pt x="828989" y="1100294"/>
                </a:cubicBezTo>
                <a:cubicBezTo>
                  <a:pt x="841665" y="1081280"/>
                  <a:pt x="834767" y="1089492"/>
                  <a:pt x="849085" y="1075173"/>
                </a:cubicBezTo>
                <a:cubicBezTo>
                  <a:pt x="857051" y="1051278"/>
                  <a:pt x="864976" y="1030074"/>
                  <a:pt x="869182" y="1004835"/>
                </a:cubicBezTo>
                <a:cubicBezTo>
                  <a:pt x="870857" y="994787"/>
                  <a:pt x="871735" y="984573"/>
                  <a:pt x="874206" y="974690"/>
                </a:cubicBezTo>
                <a:cubicBezTo>
                  <a:pt x="876775" y="964414"/>
                  <a:pt x="880905" y="954593"/>
                  <a:pt x="884255" y="944545"/>
                </a:cubicBezTo>
                <a:lnTo>
                  <a:pt x="889279" y="929472"/>
                </a:lnTo>
                <a:lnTo>
                  <a:pt x="894303" y="914400"/>
                </a:lnTo>
                <a:cubicBezTo>
                  <a:pt x="895978" y="909376"/>
                  <a:pt x="896958" y="904064"/>
                  <a:pt x="899327" y="899327"/>
                </a:cubicBezTo>
                <a:cubicBezTo>
                  <a:pt x="902677" y="892628"/>
                  <a:pt x="906594" y="886185"/>
                  <a:pt x="909376" y="879231"/>
                </a:cubicBezTo>
                <a:cubicBezTo>
                  <a:pt x="913310" y="869397"/>
                  <a:pt x="916075" y="859134"/>
                  <a:pt x="919424" y="849086"/>
                </a:cubicBezTo>
                <a:lnTo>
                  <a:pt x="929472" y="818940"/>
                </a:lnTo>
                <a:cubicBezTo>
                  <a:pt x="931147" y="813916"/>
                  <a:pt x="931558" y="808274"/>
                  <a:pt x="934496" y="803868"/>
                </a:cubicBezTo>
                <a:lnTo>
                  <a:pt x="944545" y="788795"/>
                </a:lnTo>
                <a:cubicBezTo>
                  <a:pt x="952137" y="758429"/>
                  <a:pt x="947388" y="775241"/>
                  <a:pt x="959617" y="738554"/>
                </a:cubicBezTo>
                <a:cubicBezTo>
                  <a:pt x="961292" y="733530"/>
                  <a:pt x="961704" y="727888"/>
                  <a:pt x="964642" y="723481"/>
                </a:cubicBezTo>
                <a:lnTo>
                  <a:pt x="974690" y="708409"/>
                </a:lnTo>
                <a:lnTo>
                  <a:pt x="999811" y="633046"/>
                </a:lnTo>
                <a:lnTo>
                  <a:pt x="1009859" y="602901"/>
                </a:lnTo>
                <a:cubicBezTo>
                  <a:pt x="1011534" y="597877"/>
                  <a:pt x="1014012" y="593052"/>
                  <a:pt x="1014883" y="587828"/>
                </a:cubicBezTo>
                <a:lnTo>
                  <a:pt x="1019907" y="557683"/>
                </a:lnTo>
                <a:cubicBezTo>
                  <a:pt x="1016558" y="499068"/>
                  <a:pt x="1024098" y="438795"/>
                  <a:pt x="1009859" y="381837"/>
                </a:cubicBezTo>
                <a:cubicBezTo>
                  <a:pt x="994153" y="319008"/>
                  <a:pt x="1014226" y="397123"/>
                  <a:pt x="999811" y="346668"/>
                </a:cubicBezTo>
                <a:cubicBezTo>
                  <a:pt x="997914" y="340029"/>
                  <a:pt x="996771" y="333185"/>
                  <a:pt x="994787" y="326571"/>
                </a:cubicBezTo>
                <a:cubicBezTo>
                  <a:pt x="991743" y="316426"/>
                  <a:pt x="987307" y="306702"/>
                  <a:pt x="984738" y="296426"/>
                </a:cubicBezTo>
                <a:cubicBezTo>
                  <a:pt x="982461" y="287319"/>
                  <a:pt x="973743" y="250261"/>
                  <a:pt x="969666" y="246184"/>
                </a:cubicBezTo>
                <a:lnTo>
                  <a:pt x="959617" y="236136"/>
                </a:lnTo>
                <a:cubicBezTo>
                  <a:pt x="947154" y="198746"/>
                  <a:pt x="966287" y="248657"/>
                  <a:pt x="934496" y="200967"/>
                </a:cubicBezTo>
                <a:cubicBezTo>
                  <a:pt x="923873" y="185032"/>
                  <a:pt x="916963" y="172530"/>
                  <a:pt x="899327" y="160773"/>
                </a:cubicBezTo>
                <a:cubicBezTo>
                  <a:pt x="894303" y="157424"/>
                  <a:pt x="888839" y="154655"/>
                  <a:pt x="884255" y="150725"/>
                </a:cubicBezTo>
                <a:cubicBezTo>
                  <a:pt x="877062" y="144560"/>
                  <a:pt x="870857" y="137327"/>
                  <a:pt x="864158" y="130628"/>
                </a:cubicBezTo>
                <a:lnTo>
                  <a:pt x="849085" y="115556"/>
                </a:lnTo>
                <a:cubicBezTo>
                  <a:pt x="845735" y="112206"/>
                  <a:pt x="842978" y="108135"/>
                  <a:pt x="839037" y="105507"/>
                </a:cubicBezTo>
                <a:cubicBezTo>
                  <a:pt x="834013" y="102158"/>
                  <a:pt x="828680" y="99231"/>
                  <a:pt x="823965" y="95459"/>
                </a:cubicBezTo>
                <a:cubicBezTo>
                  <a:pt x="820266" y="92500"/>
                  <a:pt x="817706" y="88253"/>
                  <a:pt x="813916" y="85411"/>
                </a:cubicBezTo>
                <a:cubicBezTo>
                  <a:pt x="804255" y="78165"/>
                  <a:pt x="793819" y="72013"/>
                  <a:pt x="783771" y="65314"/>
                </a:cubicBezTo>
                <a:lnTo>
                  <a:pt x="768699" y="55266"/>
                </a:lnTo>
                <a:cubicBezTo>
                  <a:pt x="763675" y="51916"/>
                  <a:pt x="759355" y="47127"/>
                  <a:pt x="753626" y="45217"/>
                </a:cubicBezTo>
                <a:lnTo>
                  <a:pt x="723481" y="35169"/>
                </a:lnTo>
                <a:lnTo>
                  <a:pt x="708409" y="30145"/>
                </a:lnTo>
                <a:lnTo>
                  <a:pt x="693336" y="25121"/>
                </a:lnTo>
                <a:cubicBezTo>
                  <a:pt x="669450" y="9196"/>
                  <a:pt x="683992" y="16982"/>
                  <a:pt x="648118" y="5024"/>
                </a:cubicBezTo>
                <a:lnTo>
                  <a:pt x="633046" y="0"/>
                </a:lnTo>
                <a:cubicBezTo>
                  <a:pt x="606250" y="1675"/>
                  <a:pt x="579261" y="1397"/>
                  <a:pt x="552659" y="5024"/>
                </a:cubicBezTo>
                <a:cubicBezTo>
                  <a:pt x="542164" y="6455"/>
                  <a:pt x="522514" y="15072"/>
                  <a:pt x="522514" y="15072"/>
                </a:cubicBezTo>
                <a:cubicBezTo>
                  <a:pt x="517490" y="18422"/>
                  <a:pt x="512992" y="22742"/>
                  <a:pt x="507442" y="25121"/>
                </a:cubicBezTo>
                <a:cubicBezTo>
                  <a:pt x="501095" y="27841"/>
                  <a:pt x="493984" y="28248"/>
                  <a:pt x="487345" y="30145"/>
                </a:cubicBezTo>
                <a:cubicBezTo>
                  <a:pt x="482253" y="31600"/>
                  <a:pt x="477296" y="33494"/>
                  <a:pt x="472272" y="35169"/>
                </a:cubicBezTo>
                <a:lnTo>
                  <a:pt x="442127" y="55266"/>
                </a:lnTo>
                <a:cubicBezTo>
                  <a:pt x="437103" y="58615"/>
                  <a:pt x="431325" y="61044"/>
                  <a:pt x="427055" y="65314"/>
                </a:cubicBezTo>
                <a:cubicBezTo>
                  <a:pt x="420356" y="72013"/>
                  <a:pt x="414841" y="80156"/>
                  <a:pt x="406958" y="85411"/>
                </a:cubicBezTo>
                <a:cubicBezTo>
                  <a:pt x="396910" y="92110"/>
                  <a:pt x="385352" y="96967"/>
                  <a:pt x="376813" y="105507"/>
                </a:cubicBezTo>
                <a:cubicBezTo>
                  <a:pt x="363020" y="119301"/>
                  <a:pt x="371259" y="114058"/>
                  <a:pt x="351692" y="120580"/>
                </a:cubicBezTo>
                <a:cubicBezTo>
                  <a:pt x="340579" y="131694"/>
                  <a:pt x="335539" y="138706"/>
                  <a:pt x="321547" y="145701"/>
                </a:cubicBezTo>
                <a:cubicBezTo>
                  <a:pt x="316810" y="148069"/>
                  <a:pt x="311498" y="149050"/>
                  <a:pt x="306474" y="150725"/>
                </a:cubicBezTo>
                <a:cubicBezTo>
                  <a:pt x="301450" y="154074"/>
                  <a:pt x="296117" y="157001"/>
                  <a:pt x="291402" y="160773"/>
                </a:cubicBezTo>
                <a:cubicBezTo>
                  <a:pt x="287703" y="163732"/>
                  <a:pt x="285416" y="168385"/>
                  <a:pt x="281354" y="170822"/>
                </a:cubicBezTo>
                <a:cubicBezTo>
                  <a:pt x="276813" y="173547"/>
                  <a:pt x="271305" y="174171"/>
                  <a:pt x="266281" y="175846"/>
                </a:cubicBezTo>
                <a:cubicBezTo>
                  <a:pt x="257907" y="184220"/>
                  <a:pt x="251013" y="194398"/>
                  <a:pt x="241160" y="200967"/>
                </a:cubicBezTo>
                <a:cubicBezTo>
                  <a:pt x="231272" y="207559"/>
                  <a:pt x="223198" y="211518"/>
                  <a:pt x="216039" y="221064"/>
                </a:cubicBezTo>
                <a:cubicBezTo>
                  <a:pt x="181956" y="266509"/>
                  <a:pt x="208938" y="238215"/>
                  <a:pt x="185894" y="261257"/>
                </a:cubicBezTo>
                <a:cubicBezTo>
                  <a:pt x="175097" y="293649"/>
                  <a:pt x="182545" y="280516"/>
                  <a:pt x="175846" y="291402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5A77D95-2F88-D7B7-B2E8-C123C8E6AA80}"/>
              </a:ext>
            </a:extLst>
          </p:cNvPr>
          <p:cNvSpPr/>
          <p:nvPr/>
        </p:nvSpPr>
        <p:spPr>
          <a:xfrm>
            <a:off x="4960984" y="3832860"/>
            <a:ext cx="632096" cy="511355"/>
          </a:xfrm>
          <a:custGeom>
            <a:avLst/>
            <a:gdLst>
              <a:gd name="connsiteX0" fmla="*/ 2419 w 634879"/>
              <a:gd name="connsiteY0" fmla="*/ 195 h 420109"/>
              <a:gd name="connsiteX1" fmla="*/ 86239 w 634879"/>
              <a:gd name="connsiteY1" fmla="*/ 23055 h 420109"/>
              <a:gd name="connsiteX2" fmla="*/ 276739 w 634879"/>
              <a:gd name="connsiteY2" fmla="*/ 38295 h 420109"/>
              <a:gd name="connsiteX3" fmla="*/ 421519 w 634879"/>
              <a:gd name="connsiteY3" fmla="*/ 53535 h 420109"/>
              <a:gd name="connsiteX4" fmla="*/ 543439 w 634879"/>
              <a:gd name="connsiteY4" fmla="*/ 76395 h 420109"/>
              <a:gd name="connsiteX5" fmla="*/ 589159 w 634879"/>
              <a:gd name="connsiteY5" fmla="*/ 91635 h 420109"/>
              <a:gd name="connsiteX6" fmla="*/ 612019 w 634879"/>
              <a:gd name="connsiteY6" fmla="*/ 106875 h 420109"/>
              <a:gd name="connsiteX7" fmla="*/ 634879 w 634879"/>
              <a:gd name="connsiteY7" fmla="*/ 152595 h 420109"/>
              <a:gd name="connsiteX8" fmla="*/ 619639 w 634879"/>
              <a:gd name="connsiteY8" fmla="*/ 205935 h 420109"/>
              <a:gd name="connsiteX9" fmla="*/ 604399 w 634879"/>
              <a:gd name="connsiteY9" fmla="*/ 228795 h 420109"/>
              <a:gd name="connsiteX10" fmla="*/ 596779 w 634879"/>
              <a:gd name="connsiteY10" fmla="*/ 251655 h 420109"/>
              <a:gd name="connsiteX11" fmla="*/ 573919 w 634879"/>
              <a:gd name="connsiteY11" fmla="*/ 266895 h 420109"/>
              <a:gd name="connsiteX12" fmla="*/ 558679 w 634879"/>
              <a:gd name="connsiteY12" fmla="*/ 312615 h 420109"/>
              <a:gd name="connsiteX13" fmla="*/ 528199 w 634879"/>
              <a:gd name="connsiteY13" fmla="*/ 358335 h 420109"/>
              <a:gd name="connsiteX14" fmla="*/ 482479 w 634879"/>
              <a:gd name="connsiteY14" fmla="*/ 388815 h 420109"/>
              <a:gd name="connsiteX15" fmla="*/ 383419 w 634879"/>
              <a:gd name="connsiteY15" fmla="*/ 411675 h 420109"/>
              <a:gd name="connsiteX16" fmla="*/ 322459 w 634879"/>
              <a:gd name="connsiteY16" fmla="*/ 411675 h 420109"/>
              <a:gd name="connsiteX17" fmla="*/ 299599 w 634879"/>
              <a:gd name="connsiteY17" fmla="*/ 396435 h 420109"/>
              <a:gd name="connsiteX18" fmla="*/ 253879 w 634879"/>
              <a:gd name="connsiteY18" fmla="*/ 373575 h 420109"/>
              <a:gd name="connsiteX19" fmla="*/ 238639 w 634879"/>
              <a:gd name="connsiteY19" fmla="*/ 327855 h 420109"/>
              <a:gd name="connsiteX20" fmla="*/ 231019 w 634879"/>
              <a:gd name="connsiteY20" fmla="*/ 304995 h 420109"/>
              <a:gd name="connsiteX21" fmla="*/ 208159 w 634879"/>
              <a:gd name="connsiteY21" fmla="*/ 259275 h 420109"/>
              <a:gd name="connsiteX22" fmla="*/ 192919 w 634879"/>
              <a:gd name="connsiteY22" fmla="*/ 236415 h 420109"/>
              <a:gd name="connsiteX23" fmla="*/ 170059 w 634879"/>
              <a:gd name="connsiteY23" fmla="*/ 190695 h 420109"/>
              <a:gd name="connsiteX24" fmla="*/ 124339 w 634879"/>
              <a:gd name="connsiteY24" fmla="*/ 160215 h 420109"/>
              <a:gd name="connsiteX25" fmla="*/ 101479 w 634879"/>
              <a:gd name="connsiteY25" fmla="*/ 144975 h 420109"/>
              <a:gd name="connsiteX26" fmla="*/ 78619 w 634879"/>
              <a:gd name="connsiteY26" fmla="*/ 129735 h 420109"/>
              <a:gd name="connsiteX27" fmla="*/ 55759 w 634879"/>
              <a:gd name="connsiteY27" fmla="*/ 106875 h 420109"/>
              <a:gd name="connsiteX28" fmla="*/ 40519 w 634879"/>
              <a:gd name="connsiteY28" fmla="*/ 84015 h 420109"/>
              <a:gd name="connsiteX29" fmla="*/ 25279 w 634879"/>
              <a:gd name="connsiteY29" fmla="*/ 38295 h 420109"/>
              <a:gd name="connsiteX30" fmla="*/ 2419 w 634879"/>
              <a:gd name="connsiteY30" fmla="*/ 195 h 42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34879" h="420109">
                <a:moveTo>
                  <a:pt x="2419" y="195"/>
                </a:moveTo>
                <a:cubicBezTo>
                  <a:pt x="12579" y="-2345"/>
                  <a:pt x="71713" y="20634"/>
                  <a:pt x="86239" y="23055"/>
                </a:cubicBezTo>
                <a:cubicBezTo>
                  <a:pt x="159064" y="35192"/>
                  <a:pt x="192354" y="31263"/>
                  <a:pt x="276739" y="38295"/>
                </a:cubicBezTo>
                <a:cubicBezTo>
                  <a:pt x="325098" y="42325"/>
                  <a:pt x="373653" y="45557"/>
                  <a:pt x="421519" y="53535"/>
                </a:cubicBezTo>
                <a:cubicBezTo>
                  <a:pt x="456395" y="59348"/>
                  <a:pt x="505653" y="65059"/>
                  <a:pt x="543439" y="76395"/>
                </a:cubicBezTo>
                <a:cubicBezTo>
                  <a:pt x="558826" y="81011"/>
                  <a:pt x="575793" y="82724"/>
                  <a:pt x="589159" y="91635"/>
                </a:cubicBezTo>
                <a:lnTo>
                  <a:pt x="612019" y="106875"/>
                </a:lnTo>
                <a:cubicBezTo>
                  <a:pt x="619724" y="118433"/>
                  <a:pt x="634879" y="136821"/>
                  <a:pt x="634879" y="152595"/>
                </a:cubicBezTo>
                <a:cubicBezTo>
                  <a:pt x="634879" y="157478"/>
                  <a:pt x="623232" y="198748"/>
                  <a:pt x="619639" y="205935"/>
                </a:cubicBezTo>
                <a:cubicBezTo>
                  <a:pt x="615543" y="214126"/>
                  <a:pt x="608495" y="220604"/>
                  <a:pt x="604399" y="228795"/>
                </a:cubicBezTo>
                <a:cubicBezTo>
                  <a:pt x="600807" y="235979"/>
                  <a:pt x="601797" y="245383"/>
                  <a:pt x="596779" y="251655"/>
                </a:cubicBezTo>
                <a:cubicBezTo>
                  <a:pt x="591058" y="258806"/>
                  <a:pt x="581539" y="261815"/>
                  <a:pt x="573919" y="266895"/>
                </a:cubicBezTo>
                <a:cubicBezTo>
                  <a:pt x="568839" y="282135"/>
                  <a:pt x="567590" y="299249"/>
                  <a:pt x="558679" y="312615"/>
                </a:cubicBezTo>
                <a:cubicBezTo>
                  <a:pt x="548519" y="327855"/>
                  <a:pt x="543439" y="348175"/>
                  <a:pt x="528199" y="358335"/>
                </a:cubicBezTo>
                <a:cubicBezTo>
                  <a:pt x="512959" y="368495"/>
                  <a:pt x="499855" y="383023"/>
                  <a:pt x="482479" y="388815"/>
                </a:cubicBezTo>
                <a:cubicBezTo>
                  <a:pt x="419720" y="409735"/>
                  <a:pt x="452662" y="401783"/>
                  <a:pt x="383419" y="411675"/>
                </a:cubicBezTo>
                <a:cubicBezTo>
                  <a:pt x="355317" y="421042"/>
                  <a:pt x="357076" y="424657"/>
                  <a:pt x="322459" y="411675"/>
                </a:cubicBezTo>
                <a:cubicBezTo>
                  <a:pt x="313884" y="408459"/>
                  <a:pt x="307790" y="400531"/>
                  <a:pt x="299599" y="396435"/>
                </a:cubicBezTo>
                <a:cubicBezTo>
                  <a:pt x="236503" y="364887"/>
                  <a:pt x="319393" y="417251"/>
                  <a:pt x="253879" y="373575"/>
                </a:cubicBezTo>
                <a:lnTo>
                  <a:pt x="238639" y="327855"/>
                </a:lnTo>
                <a:cubicBezTo>
                  <a:pt x="236099" y="320235"/>
                  <a:pt x="235474" y="311678"/>
                  <a:pt x="231019" y="304995"/>
                </a:cubicBezTo>
                <a:cubicBezTo>
                  <a:pt x="187343" y="239481"/>
                  <a:pt x="239707" y="322371"/>
                  <a:pt x="208159" y="259275"/>
                </a:cubicBezTo>
                <a:cubicBezTo>
                  <a:pt x="204063" y="251084"/>
                  <a:pt x="197015" y="244606"/>
                  <a:pt x="192919" y="236415"/>
                </a:cubicBezTo>
                <a:cubicBezTo>
                  <a:pt x="182652" y="215881"/>
                  <a:pt x="189470" y="207680"/>
                  <a:pt x="170059" y="190695"/>
                </a:cubicBezTo>
                <a:cubicBezTo>
                  <a:pt x="156275" y="178634"/>
                  <a:pt x="139579" y="170375"/>
                  <a:pt x="124339" y="160215"/>
                </a:cubicBezTo>
                <a:lnTo>
                  <a:pt x="101479" y="144975"/>
                </a:lnTo>
                <a:cubicBezTo>
                  <a:pt x="93859" y="139895"/>
                  <a:pt x="85095" y="136211"/>
                  <a:pt x="78619" y="129735"/>
                </a:cubicBezTo>
                <a:cubicBezTo>
                  <a:pt x="70999" y="122115"/>
                  <a:pt x="62658" y="115154"/>
                  <a:pt x="55759" y="106875"/>
                </a:cubicBezTo>
                <a:cubicBezTo>
                  <a:pt x="49896" y="99840"/>
                  <a:pt x="44238" y="92384"/>
                  <a:pt x="40519" y="84015"/>
                </a:cubicBezTo>
                <a:cubicBezTo>
                  <a:pt x="33995" y="69335"/>
                  <a:pt x="30359" y="53535"/>
                  <a:pt x="25279" y="38295"/>
                </a:cubicBezTo>
                <a:cubicBezTo>
                  <a:pt x="16856" y="13025"/>
                  <a:pt x="-7741" y="2735"/>
                  <a:pt x="2419" y="19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9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585E-C818-6D6B-9399-5C716C9A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blots with numbers&#10;&#10;AI-generated content may be incorrect.">
            <a:extLst>
              <a:ext uri="{FF2B5EF4-FFF2-40B4-BE49-F238E27FC236}">
                <a16:creationId xmlns:a16="http://schemas.microsoft.com/office/drawing/2014/main" id="{6302C8DB-B378-32CB-D65E-63A34EBC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607" y="362607"/>
            <a:ext cx="6132786" cy="6132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04A641-4747-6350-8BA7-7121CEF161CF}"/>
              </a:ext>
            </a:extLst>
          </p:cNvPr>
          <p:cNvSpPr txBox="1"/>
          <p:nvPr/>
        </p:nvSpPr>
        <p:spPr>
          <a:xfrm>
            <a:off x="5242781" y="177941"/>
            <a:ext cx="1572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POA Clusters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FF350C7-E052-0DD4-977A-6264A847858D}"/>
              </a:ext>
            </a:extLst>
          </p:cNvPr>
          <p:cNvSpPr/>
          <p:nvPr/>
        </p:nvSpPr>
        <p:spPr>
          <a:xfrm>
            <a:off x="7856532" y="5042362"/>
            <a:ext cx="426507" cy="444038"/>
          </a:xfrm>
          <a:custGeom>
            <a:avLst/>
            <a:gdLst>
              <a:gd name="connsiteX0" fmla="*/ 115617 w 426507"/>
              <a:gd name="connsiteY0" fmla="*/ 35665 h 444038"/>
              <a:gd name="connsiteX1" fmla="*/ 53473 w 426507"/>
              <a:gd name="connsiteY1" fmla="*/ 62298 h 444038"/>
              <a:gd name="connsiteX2" fmla="*/ 35718 w 426507"/>
              <a:gd name="connsiteY2" fmla="*/ 88931 h 444038"/>
              <a:gd name="connsiteX3" fmla="*/ 17962 w 426507"/>
              <a:gd name="connsiteY3" fmla="*/ 106686 h 444038"/>
              <a:gd name="connsiteX4" fmla="*/ 207 w 426507"/>
              <a:gd name="connsiteY4" fmla="*/ 159952 h 444038"/>
              <a:gd name="connsiteX5" fmla="*/ 9085 w 426507"/>
              <a:gd name="connsiteY5" fmla="*/ 239851 h 444038"/>
              <a:gd name="connsiteX6" fmla="*/ 35718 w 426507"/>
              <a:gd name="connsiteY6" fmla="*/ 328628 h 444038"/>
              <a:gd name="connsiteX7" fmla="*/ 44595 w 426507"/>
              <a:gd name="connsiteY7" fmla="*/ 355261 h 444038"/>
              <a:gd name="connsiteX8" fmla="*/ 62351 w 426507"/>
              <a:gd name="connsiteY8" fmla="*/ 373016 h 444038"/>
              <a:gd name="connsiteX9" fmla="*/ 97861 w 426507"/>
              <a:gd name="connsiteY9" fmla="*/ 417405 h 444038"/>
              <a:gd name="connsiteX10" fmla="*/ 248782 w 426507"/>
              <a:gd name="connsiteY10" fmla="*/ 444038 h 444038"/>
              <a:gd name="connsiteX11" fmla="*/ 319803 w 426507"/>
              <a:gd name="connsiteY11" fmla="*/ 435160 h 444038"/>
              <a:gd name="connsiteX12" fmla="*/ 337558 w 426507"/>
              <a:gd name="connsiteY12" fmla="*/ 408527 h 444038"/>
              <a:gd name="connsiteX13" fmla="*/ 364191 w 426507"/>
              <a:gd name="connsiteY13" fmla="*/ 390772 h 444038"/>
              <a:gd name="connsiteX14" fmla="*/ 408580 w 426507"/>
              <a:gd name="connsiteY14" fmla="*/ 355261 h 444038"/>
              <a:gd name="connsiteX15" fmla="*/ 426335 w 426507"/>
              <a:gd name="connsiteY15" fmla="*/ 301995 h 444038"/>
              <a:gd name="connsiteX16" fmla="*/ 399702 w 426507"/>
              <a:gd name="connsiteY16" fmla="*/ 159952 h 444038"/>
              <a:gd name="connsiteX17" fmla="*/ 390824 w 426507"/>
              <a:gd name="connsiteY17" fmla="*/ 133319 h 444038"/>
              <a:gd name="connsiteX18" fmla="*/ 364191 w 426507"/>
              <a:gd name="connsiteY18" fmla="*/ 106686 h 444038"/>
              <a:gd name="connsiteX19" fmla="*/ 319803 w 426507"/>
              <a:gd name="connsiteY19" fmla="*/ 62298 h 444038"/>
              <a:gd name="connsiteX20" fmla="*/ 275415 w 426507"/>
              <a:gd name="connsiteY20" fmla="*/ 26787 h 444038"/>
              <a:gd name="connsiteX21" fmla="*/ 257659 w 426507"/>
              <a:gd name="connsiteY21" fmla="*/ 9032 h 444038"/>
              <a:gd name="connsiteX22" fmla="*/ 231026 w 426507"/>
              <a:gd name="connsiteY22" fmla="*/ 154 h 444038"/>
              <a:gd name="connsiteX23" fmla="*/ 115617 w 426507"/>
              <a:gd name="connsiteY23" fmla="*/ 35665 h 44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507" h="444038">
                <a:moveTo>
                  <a:pt x="115617" y="35665"/>
                </a:moveTo>
                <a:cubicBezTo>
                  <a:pt x="86025" y="46022"/>
                  <a:pt x="72225" y="49797"/>
                  <a:pt x="53473" y="62298"/>
                </a:cubicBezTo>
                <a:cubicBezTo>
                  <a:pt x="44595" y="68216"/>
                  <a:pt x="42383" y="80600"/>
                  <a:pt x="35718" y="88931"/>
                </a:cubicBezTo>
                <a:cubicBezTo>
                  <a:pt x="30489" y="95467"/>
                  <a:pt x="23881" y="100768"/>
                  <a:pt x="17962" y="106686"/>
                </a:cubicBezTo>
                <a:cubicBezTo>
                  <a:pt x="12044" y="124441"/>
                  <a:pt x="-1860" y="141351"/>
                  <a:pt x="207" y="159952"/>
                </a:cubicBezTo>
                <a:cubicBezTo>
                  <a:pt x="3166" y="186585"/>
                  <a:pt x="5010" y="213366"/>
                  <a:pt x="9085" y="239851"/>
                </a:cubicBezTo>
                <a:cubicBezTo>
                  <a:pt x="12920" y="264777"/>
                  <a:pt x="28800" y="307875"/>
                  <a:pt x="35718" y="328628"/>
                </a:cubicBezTo>
                <a:cubicBezTo>
                  <a:pt x="38677" y="337506"/>
                  <a:pt x="37978" y="348644"/>
                  <a:pt x="44595" y="355261"/>
                </a:cubicBezTo>
                <a:cubicBezTo>
                  <a:pt x="50514" y="361179"/>
                  <a:pt x="57122" y="366480"/>
                  <a:pt x="62351" y="373016"/>
                </a:cubicBezTo>
                <a:cubicBezTo>
                  <a:pt x="70714" y="383469"/>
                  <a:pt x="83572" y="410260"/>
                  <a:pt x="97861" y="417405"/>
                </a:cubicBezTo>
                <a:cubicBezTo>
                  <a:pt x="147799" y="442374"/>
                  <a:pt x="192455" y="438917"/>
                  <a:pt x="248782" y="444038"/>
                </a:cubicBezTo>
                <a:cubicBezTo>
                  <a:pt x="272456" y="441079"/>
                  <a:pt x="297652" y="444021"/>
                  <a:pt x="319803" y="435160"/>
                </a:cubicBezTo>
                <a:cubicBezTo>
                  <a:pt x="329709" y="431197"/>
                  <a:pt x="330013" y="416072"/>
                  <a:pt x="337558" y="408527"/>
                </a:cubicBezTo>
                <a:cubicBezTo>
                  <a:pt x="345103" y="400982"/>
                  <a:pt x="355859" y="397437"/>
                  <a:pt x="364191" y="390772"/>
                </a:cubicBezTo>
                <a:cubicBezTo>
                  <a:pt x="427441" y="340172"/>
                  <a:pt x="326608" y="409908"/>
                  <a:pt x="408580" y="355261"/>
                </a:cubicBezTo>
                <a:cubicBezTo>
                  <a:pt x="414498" y="337506"/>
                  <a:pt x="428197" y="320618"/>
                  <a:pt x="426335" y="301995"/>
                </a:cubicBezTo>
                <a:cubicBezTo>
                  <a:pt x="415595" y="194599"/>
                  <a:pt x="426861" y="241430"/>
                  <a:pt x="399702" y="159952"/>
                </a:cubicBezTo>
                <a:cubicBezTo>
                  <a:pt x="396743" y="151074"/>
                  <a:pt x="397441" y="139936"/>
                  <a:pt x="390824" y="133319"/>
                </a:cubicBezTo>
                <a:cubicBezTo>
                  <a:pt x="381946" y="124441"/>
                  <a:pt x="372228" y="116331"/>
                  <a:pt x="364191" y="106686"/>
                </a:cubicBezTo>
                <a:cubicBezTo>
                  <a:pt x="327201" y="62298"/>
                  <a:pt x="368630" y="94849"/>
                  <a:pt x="319803" y="62298"/>
                </a:cubicBezTo>
                <a:cubicBezTo>
                  <a:pt x="284442" y="9255"/>
                  <a:pt x="323059" y="55373"/>
                  <a:pt x="275415" y="26787"/>
                </a:cubicBezTo>
                <a:cubicBezTo>
                  <a:pt x="268238" y="22481"/>
                  <a:pt x="264836" y="13338"/>
                  <a:pt x="257659" y="9032"/>
                </a:cubicBezTo>
                <a:cubicBezTo>
                  <a:pt x="249635" y="4217"/>
                  <a:pt x="240370" y="673"/>
                  <a:pt x="231026" y="154"/>
                </a:cubicBezTo>
                <a:cubicBezTo>
                  <a:pt x="186706" y="-2308"/>
                  <a:pt x="145209" y="25308"/>
                  <a:pt x="115617" y="3566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5A440B4-51C1-6F50-46B0-9C846DA0399D}"/>
              </a:ext>
            </a:extLst>
          </p:cNvPr>
          <p:cNvSpPr/>
          <p:nvPr/>
        </p:nvSpPr>
        <p:spPr>
          <a:xfrm>
            <a:off x="4314549" y="2715010"/>
            <a:ext cx="454414" cy="480950"/>
          </a:xfrm>
          <a:custGeom>
            <a:avLst/>
            <a:gdLst>
              <a:gd name="connsiteX0" fmla="*/ 115617 w 426507"/>
              <a:gd name="connsiteY0" fmla="*/ 35665 h 444038"/>
              <a:gd name="connsiteX1" fmla="*/ 53473 w 426507"/>
              <a:gd name="connsiteY1" fmla="*/ 62298 h 444038"/>
              <a:gd name="connsiteX2" fmla="*/ 35718 w 426507"/>
              <a:gd name="connsiteY2" fmla="*/ 88931 h 444038"/>
              <a:gd name="connsiteX3" fmla="*/ 17962 w 426507"/>
              <a:gd name="connsiteY3" fmla="*/ 106686 h 444038"/>
              <a:gd name="connsiteX4" fmla="*/ 207 w 426507"/>
              <a:gd name="connsiteY4" fmla="*/ 159952 h 444038"/>
              <a:gd name="connsiteX5" fmla="*/ 9085 w 426507"/>
              <a:gd name="connsiteY5" fmla="*/ 239851 h 444038"/>
              <a:gd name="connsiteX6" fmla="*/ 35718 w 426507"/>
              <a:gd name="connsiteY6" fmla="*/ 328628 h 444038"/>
              <a:gd name="connsiteX7" fmla="*/ 44595 w 426507"/>
              <a:gd name="connsiteY7" fmla="*/ 355261 h 444038"/>
              <a:gd name="connsiteX8" fmla="*/ 62351 w 426507"/>
              <a:gd name="connsiteY8" fmla="*/ 373016 h 444038"/>
              <a:gd name="connsiteX9" fmla="*/ 97861 w 426507"/>
              <a:gd name="connsiteY9" fmla="*/ 417405 h 444038"/>
              <a:gd name="connsiteX10" fmla="*/ 248782 w 426507"/>
              <a:gd name="connsiteY10" fmla="*/ 444038 h 444038"/>
              <a:gd name="connsiteX11" fmla="*/ 319803 w 426507"/>
              <a:gd name="connsiteY11" fmla="*/ 435160 h 444038"/>
              <a:gd name="connsiteX12" fmla="*/ 337558 w 426507"/>
              <a:gd name="connsiteY12" fmla="*/ 408527 h 444038"/>
              <a:gd name="connsiteX13" fmla="*/ 364191 w 426507"/>
              <a:gd name="connsiteY13" fmla="*/ 390772 h 444038"/>
              <a:gd name="connsiteX14" fmla="*/ 408580 w 426507"/>
              <a:gd name="connsiteY14" fmla="*/ 355261 h 444038"/>
              <a:gd name="connsiteX15" fmla="*/ 426335 w 426507"/>
              <a:gd name="connsiteY15" fmla="*/ 301995 h 444038"/>
              <a:gd name="connsiteX16" fmla="*/ 399702 w 426507"/>
              <a:gd name="connsiteY16" fmla="*/ 159952 h 444038"/>
              <a:gd name="connsiteX17" fmla="*/ 390824 w 426507"/>
              <a:gd name="connsiteY17" fmla="*/ 133319 h 444038"/>
              <a:gd name="connsiteX18" fmla="*/ 364191 w 426507"/>
              <a:gd name="connsiteY18" fmla="*/ 106686 h 444038"/>
              <a:gd name="connsiteX19" fmla="*/ 319803 w 426507"/>
              <a:gd name="connsiteY19" fmla="*/ 62298 h 444038"/>
              <a:gd name="connsiteX20" fmla="*/ 275415 w 426507"/>
              <a:gd name="connsiteY20" fmla="*/ 26787 h 444038"/>
              <a:gd name="connsiteX21" fmla="*/ 257659 w 426507"/>
              <a:gd name="connsiteY21" fmla="*/ 9032 h 444038"/>
              <a:gd name="connsiteX22" fmla="*/ 231026 w 426507"/>
              <a:gd name="connsiteY22" fmla="*/ 154 h 444038"/>
              <a:gd name="connsiteX23" fmla="*/ 115617 w 426507"/>
              <a:gd name="connsiteY23" fmla="*/ 35665 h 44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507" h="444038">
                <a:moveTo>
                  <a:pt x="115617" y="35665"/>
                </a:moveTo>
                <a:cubicBezTo>
                  <a:pt x="86025" y="46022"/>
                  <a:pt x="72225" y="49797"/>
                  <a:pt x="53473" y="62298"/>
                </a:cubicBezTo>
                <a:cubicBezTo>
                  <a:pt x="44595" y="68216"/>
                  <a:pt x="42383" y="80600"/>
                  <a:pt x="35718" y="88931"/>
                </a:cubicBezTo>
                <a:cubicBezTo>
                  <a:pt x="30489" y="95467"/>
                  <a:pt x="23881" y="100768"/>
                  <a:pt x="17962" y="106686"/>
                </a:cubicBezTo>
                <a:cubicBezTo>
                  <a:pt x="12044" y="124441"/>
                  <a:pt x="-1860" y="141351"/>
                  <a:pt x="207" y="159952"/>
                </a:cubicBezTo>
                <a:cubicBezTo>
                  <a:pt x="3166" y="186585"/>
                  <a:pt x="5010" y="213366"/>
                  <a:pt x="9085" y="239851"/>
                </a:cubicBezTo>
                <a:cubicBezTo>
                  <a:pt x="12920" y="264777"/>
                  <a:pt x="28800" y="307875"/>
                  <a:pt x="35718" y="328628"/>
                </a:cubicBezTo>
                <a:cubicBezTo>
                  <a:pt x="38677" y="337506"/>
                  <a:pt x="37978" y="348644"/>
                  <a:pt x="44595" y="355261"/>
                </a:cubicBezTo>
                <a:cubicBezTo>
                  <a:pt x="50514" y="361179"/>
                  <a:pt x="57122" y="366480"/>
                  <a:pt x="62351" y="373016"/>
                </a:cubicBezTo>
                <a:cubicBezTo>
                  <a:pt x="70714" y="383469"/>
                  <a:pt x="83572" y="410260"/>
                  <a:pt x="97861" y="417405"/>
                </a:cubicBezTo>
                <a:cubicBezTo>
                  <a:pt x="147799" y="442374"/>
                  <a:pt x="192455" y="438917"/>
                  <a:pt x="248782" y="444038"/>
                </a:cubicBezTo>
                <a:cubicBezTo>
                  <a:pt x="272456" y="441079"/>
                  <a:pt x="297652" y="444021"/>
                  <a:pt x="319803" y="435160"/>
                </a:cubicBezTo>
                <a:cubicBezTo>
                  <a:pt x="329709" y="431197"/>
                  <a:pt x="330013" y="416072"/>
                  <a:pt x="337558" y="408527"/>
                </a:cubicBezTo>
                <a:cubicBezTo>
                  <a:pt x="345103" y="400982"/>
                  <a:pt x="355859" y="397437"/>
                  <a:pt x="364191" y="390772"/>
                </a:cubicBezTo>
                <a:cubicBezTo>
                  <a:pt x="427441" y="340172"/>
                  <a:pt x="326608" y="409908"/>
                  <a:pt x="408580" y="355261"/>
                </a:cubicBezTo>
                <a:cubicBezTo>
                  <a:pt x="414498" y="337506"/>
                  <a:pt x="428197" y="320618"/>
                  <a:pt x="426335" y="301995"/>
                </a:cubicBezTo>
                <a:cubicBezTo>
                  <a:pt x="415595" y="194599"/>
                  <a:pt x="426861" y="241430"/>
                  <a:pt x="399702" y="159952"/>
                </a:cubicBezTo>
                <a:cubicBezTo>
                  <a:pt x="396743" y="151074"/>
                  <a:pt x="397441" y="139936"/>
                  <a:pt x="390824" y="133319"/>
                </a:cubicBezTo>
                <a:cubicBezTo>
                  <a:pt x="381946" y="124441"/>
                  <a:pt x="372228" y="116331"/>
                  <a:pt x="364191" y="106686"/>
                </a:cubicBezTo>
                <a:cubicBezTo>
                  <a:pt x="327201" y="62298"/>
                  <a:pt x="368630" y="94849"/>
                  <a:pt x="319803" y="62298"/>
                </a:cubicBezTo>
                <a:cubicBezTo>
                  <a:pt x="284442" y="9255"/>
                  <a:pt x="323059" y="55373"/>
                  <a:pt x="275415" y="26787"/>
                </a:cubicBezTo>
                <a:cubicBezTo>
                  <a:pt x="268238" y="22481"/>
                  <a:pt x="264836" y="13338"/>
                  <a:pt x="257659" y="9032"/>
                </a:cubicBezTo>
                <a:cubicBezTo>
                  <a:pt x="249635" y="4217"/>
                  <a:pt x="240370" y="673"/>
                  <a:pt x="231026" y="154"/>
                </a:cubicBezTo>
                <a:cubicBezTo>
                  <a:pt x="186706" y="-2308"/>
                  <a:pt x="145209" y="25308"/>
                  <a:pt x="115617" y="3566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A922B69-80C6-2ECA-BC99-85985876BB69}"/>
              </a:ext>
            </a:extLst>
          </p:cNvPr>
          <p:cNvSpPr/>
          <p:nvPr/>
        </p:nvSpPr>
        <p:spPr>
          <a:xfrm>
            <a:off x="5080052" y="5266188"/>
            <a:ext cx="454414" cy="369333"/>
          </a:xfrm>
          <a:custGeom>
            <a:avLst/>
            <a:gdLst>
              <a:gd name="connsiteX0" fmla="*/ 115617 w 426507"/>
              <a:gd name="connsiteY0" fmla="*/ 35665 h 444038"/>
              <a:gd name="connsiteX1" fmla="*/ 53473 w 426507"/>
              <a:gd name="connsiteY1" fmla="*/ 62298 h 444038"/>
              <a:gd name="connsiteX2" fmla="*/ 35718 w 426507"/>
              <a:gd name="connsiteY2" fmla="*/ 88931 h 444038"/>
              <a:gd name="connsiteX3" fmla="*/ 17962 w 426507"/>
              <a:gd name="connsiteY3" fmla="*/ 106686 h 444038"/>
              <a:gd name="connsiteX4" fmla="*/ 207 w 426507"/>
              <a:gd name="connsiteY4" fmla="*/ 159952 h 444038"/>
              <a:gd name="connsiteX5" fmla="*/ 9085 w 426507"/>
              <a:gd name="connsiteY5" fmla="*/ 239851 h 444038"/>
              <a:gd name="connsiteX6" fmla="*/ 35718 w 426507"/>
              <a:gd name="connsiteY6" fmla="*/ 328628 h 444038"/>
              <a:gd name="connsiteX7" fmla="*/ 44595 w 426507"/>
              <a:gd name="connsiteY7" fmla="*/ 355261 h 444038"/>
              <a:gd name="connsiteX8" fmla="*/ 62351 w 426507"/>
              <a:gd name="connsiteY8" fmla="*/ 373016 h 444038"/>
              <a:gd name="connsiteX9" fmla="*/ 97861 w 426507"/>
              <a:gd name="connsiteY9" fmla="*/ 417405 h 444038"/>
              <a:gd name="connsiteX10" fmla="*/ 248782 w 426507"/>
              <a:gd name="connsiteY10" fmla="*/ 444038 h 444038"/>
              <a:gd name="connsiteX11" fmla="*/ 319803 w 426507"/>
              <a:gd name="connsiteY11" fmla="*/ 435160 h 444038"/>
              <a:gd name="connsiteX12" fmla="*/ 337558 w 426507"/>
              <a:gd name="connsiteY12" fmla="*/ 408527 h 444038"/>
              <a:gd name="connsiteX13" fmla="*/ 364191 w 426507"/>
              <a:gd name="connsiteY13" fmla="*/ 390772 h 444038"/>
              <a:gd name="connsiteX14" fmla="*/ 408580 w 426507"/>
              <a:gd name="connsiteY14" fmla="*/ 355261 h 444038"/>
              <a:gd name="connsiteX15" fmla="*/ 426335 w 426507"/>
              <a:gd name="connsiteY15" fmla="*/ 301995 h 444038"/>
              <a:gd name="connsiteX16" fmla="*/ 399702 w 426507"/>
              <a:gd name="connsiteY16" fmla="*/ 159952 h 444038"/>
              <a:gd name="connsiteX17" fmla="*/ 390824 w 426507"/>
              <a:gd name="connsiteY17" fmla="*/ 133319 h 444038"/>
              <a:gd name="connsiteX18" fmla="*/ 364191 w 426507"/>
              <a:gd name="connsiteY18" fmla="*/ 106686 h 444038"/>
              <a:gd name="connsiteX19" fmla="*/ 319803 w 426507"/>
              <a:gd name="connsiteY19" fmla="*/ 62298 h 444038"/>
              <a:gd name="connsiteX20" fmla="*/ 275415 w 426507"/>
              <a:gd name="connsiteY20" fmla="*/ 26787 h 444038"/>
              <a:gd name="connsiteX21" fmla="*/ 257659 w 426507"/>
              <a:gd name="connsiteY21" fmla="*/ 9032 h 444038"/>
              <a:gd name="connsiteX22" fmla="*/ 231026 w 426507"/>
              <a:gd name="connsiteY22" fmla="*/ 154 h 444038"/>
              <a:gd name="connsiteX23" fmla="*/ 115617 w 426507"/>
              <a:gd name="connsiteY23" fmla="*/ 35665 h 44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507" h="444038">
                <a:moveTo>
                  <a:pt x="115617" y="35665"/>
                </a:moveTo>
                <a:cubicBezTo>
                  <a:pt x="86025" y="46022"/>
                  <a:pt x="72225" y="49797"/>
                  <a:pt x="53473" y="62298"/>
                </a:cubicBezTo>
                <a:cubicBezTo>
                  <a:pt x="44595" y="68216"/>
                  <a:pt x="42383" y="80600"/>
                  <a:pt x="35718" y="88931"/>
                </a:cubicBezTo>
                <a:cubicBezTo>
                  <a:pt x="30489" y="95467"/>
                  <a:pt x="23881" y="100768"/>
                  <a:pt x="17962" y="106686"/>
                </a:cubicBezTo>
                <a:cubicBezTo>
                  <a:pt x="12044" y="124441"/>
                  <a:pt x="-1860" y="141351"/>
                  <a:pt x="207" y="159952"/>
                </a:cubicBezTo>
                <a:cubicBezTo>
                  <a:pt x="3166" y="186585"/>
                  <a:pt x="5010" y="213366"/>
                  <a:pt x="9085" y="239851"/>
                </a:cubicBezTo>
                <a:cubicBezTo>
                  <a:pt x="12920" y="264777"/>
                  <a:pt x="28800" y="307875"/>
                  <a:pt x="35718" y="328628"/>
                </a:cubicBezTo>
                <a:cubicBezTo>
                  <a:pt x="38677" y="337506"/>
                  <a:pt x="37978" y="348644"/>
                  <a:pt x="44595" y="355261"/>
                </a:cubicBezTo>
                <a:cubicBezTo>
                  <a:pt x="50514" y="361179"/>
                  <a:pt x="57122" y="366480"/>
                  <a:pt x="62351" y="373016"/>
                </a:cubicBezTo>
                <a:cubicBezTo>
                  <a:pt x="70714" y="383469"/>
                  <a:pt x="83572" y="410260"/>
                  <a:pt x="97861" y="417405"/>
                </a:cubicBezTo>
                <a:cubicBezTo>
                  <a:pt x="147799" y="442374"/>
                  <a:pt x="192455" y="438917"/>
                  <a:pt x="248782" y="444038"/>
                </a:cubicBezTo>
                <a:cubicBezTo>
                  <a:pt x="272456" y="441079"/>
                  <a:pt x="297652" y="444021"/>
                  <a:pt x="319803" y="435160"/>
                </a:cubicBezTo>
                <a:cubicBezTo>
                  <a:pt x="329709" y="431197"/>
                  <a:pt x="330013" y="416072"/>
                  <a:pt x="337558" y="408527"/>
                </a:cubicBezTo>
                <a:cubicBezTo>
                  <a:pt x="345103" y="400982"/>
                  <a:pt x="355859" y="397437"/>
                  <a:pt x="364191" y="390772"/>
                </a:cubicBezTo>
                <a:cubicBezTo>
                  <a:pt x="427441" y="340172"/>
                  <a:pt x="326608" y="409908"/>
                  <a:pt x="408580" y="355261"/>
                </a:cubicBezTo>
                <a:cubicBezTo>
                  <a:pt x="414498" y="337506"/>
                  <a:pt x="428197" y="320618"/>
                  <a:pt x="426335" y="301995"/>
                </a:cubicBezTo>
                <a:cubicBezTo>
                  <a:pt x="415595" y="194599"/>
                  <a:pt x="426861" y="241430"/>
                  <a:pt x="399702" y="159952"/>
                </a:cubicBezTo>
                <a:cubicBezTo>
                  <a:pt x="396743" y="151074"/>
                  <a:pt x="397441" y="139936"/>
                  <a:pt x="390824" y="133319"/>
                </a:cubicBezTo>
                <a:cubicBezTo>
                  <a:pt x="381946" y="124441"/>
                  <a:pt x="372228" y="116331"/>
                  <a:pt x="364191" y="106686"/>
                </a:cubicBezTo>
                <a:cubicBezTo>
                  <a:pt x="327201" y="62298"/>
                  <a:pt x="368630" y="94849"/>
                  <a:pt x="319803" y="62298"/>
                </a:cubicBezTo>
                <a:cubicBezTo>
                  <a:pt x="284442" y="9255"/>
                  <a:pt x="323059" y="55373"/>
                  <a:pt x="275415" y="26787"/>
                </a:cubicBezTo>
                <a:cubicBezTo>
                  <a:pt x="268238" y="22481"/>
                  <a:pt x="264836" y="13338"/>
                  <a:pt x="257659" y="9032"/>
                </a:cubicBezTo>
                <a:cubicBezTo>
                  <a:pt x="249635" y="4217"/>
                  <a:pt x="240370" y="673"/>
                  <a:pt x="231026" y="154"/>
                </a:cubicBezTo>
                <a:cubicBezTo>
                  <a:pt x="186706" y="-2308"/>
                  <a:pt x="145209" y="25308"/>
                  <a:pt x="115617" y="3566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9D36ED6-021B-C1E1-7D61-F3E5F3F5A505}"/>
              </a:ext>
            </a:extLst>
          </p:cNvPr>
          <p:cNvSpPr/>
          <p:nvPr/>
        </p:nvSpPr>
        <p:spPr>
          <a:xfrm>
            <a:off x="5057779" y="2691564"/>
            <a:ext cx="370005" cy="360455"/>
          </a:xfrm>
          <a:custGeom>
            <a:avLst/>
            <a:gdLst>
              <a:gd name="connsiteX0" fmla="*/ 115617 w 426507"/>
              <a:gd name="connsiteY0" fmla="*/ 35665 h 444038"/>
              <a:gd name="connsiteX1" fmla="*/ 53473 w 426507"/>
              <a:gd name="connsiteY1" fmla="*/ 62298 h 444038"/>
              <a:gd name="connsiteX2" fmla="*/ 35718 w 426507"/>
              <a:gd name="connsiteY2" fmla="*/ 88931 h 444038"/>
              <a:gd name="connsiteX3" fmla="*/ 17962 w 426507"/>
              <a:gd name="connsiteY3" fmla="*/ 106686 h 444038"/>
              <a:gd name="connsiteX4" fmla="*/ 207 w 426507"/>
              <a:gd name="connsiteY4" fmla="*/ 159952 h 444038"/>
              <a:gd name="connsiteX5" fmla="*/ 9085 w 426507"/>
              <a:gd name="connsiteY5" fmla="*/ 239851 h 444038"/>
              <a:gd name="connsiteX6" fmla="*/ 35718 w 426507"/>
              <a:gd name="connsiteY6" fmla="*/ 328628 h 444038"/>
              <a:gd name="connsiteX7" fmla="*/ 44595 w 426507"/>
              <a:gd name="connsiteY7" fmla="*/ 355261 h 444038"/>
              <a:gd name="connsiteX8" fmla="*/ 62351 w 426507"/>
              <a:gd name="connsiteY8" fmla="*/ 373016 h 444038"/>
              <a:gd name="connsiteX9" fmla="*/ 97861 w 426507"/>
              <a:gd name="connsiteY9" fmla="*/ 417405 h 444038"/>
              <a:gd name="connsiteX10" fmla="*/ 248782 w 426507"/>
              <a:gd name="connsiteY10" fmla="*/ 444038 h 444038"/>
              <a:gd name="connsiteX11" fmla="*/ 319803 w 426507"/>
              <a:gd name="connsiteY11" fmla="*/ 435160 h 444038"/>
              <a:gd name="connsiteX12" fmla="*/ 337558 w 426507"/>
              <a:gd name="connsiteY12" fmla="*/ 408527 h 444038"/>
              <a:gd name="connsiteX13" fmla="*/ 364191 w 426507"/>
              <a:gd name="connsiteY13" fmla="*/ 390772 h 444038"/>
              <a:gd name="connsiteX14" fmla="*/ 408580 w 426507"/>
              <a:gd name="connsiteY14" fmla="*/ 355261 h 444038"/>
              <a:gd name="connsiteX15" fmla="*/ 426335 w 426507"/>
              <a:gd name="connsiteY15" fmla="*/ 301995 h 444038"/>
              <a:gd name="connsiteX16" fmla="*/ 399702 w 426507"/>
              <a:gd name="connsiteY16" fmla="*/ 159952 h 444038"/>
              <a:gd name="connsiteX17" fmla="*/ 390824 w 426507"/>
              <a:gd name="connsiteY17" fmla="*/ 133319 h 444038"/>
              <a:gd name="connsiteX18" fmla="*/ 364191 w 426507"/>
              <a:gd name="connsiteY18" fmla="*/ 106686 h 444038"/>
              <a:gd name="connsiteX19" fmla="*/ 319803 w 426507"/>
              <a:gd name="connsiteY19" fmla="*/ 62298 h 444038"/>
              <a:gd name="connsiteX20" fmla="*/ 275415 w 426507"/>
              <a:gd name="connsiteY20" fmla="*/ 26787 h 444038"/>
              <a:gd name="connsiteX21" fmla="*/ 257659 w 426507"/>
              <a:gd name="connsiteY21" fmla="*/ 9032 h 444038"/>
              <a:gd name="connsiteX22" fmla="*/ 231026 w 426507"/>
              <a:gd name="connsiteY22" fmla="*/ 154 h 444038"/>
              <a:gd name="connsiteX23" fmla="*/ 115617 w 426507"/>
              <a:gd name="connsiteY23" fmla="*/ 35665 h 44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507" h="444038">
                <a:moveTo>
                  <a:pt x="115617" y="35665"/>
                </a:moveTo>
                <a:cubicBezTo>
                  <a:pt x="86025" y="46022"/>
                  <a:pt x="72225" y="49797"/>
                  <a:pt x="53473" y="62298"/>
                </a:cubicBezTo>
                <a:cubicBezTo>
                  <a:pt x="44595" y="68216"/>
                  <a:pt x="42383" y="80600"/>
                  <a:pt x="35718" y="88931"/>
                </a:cubicBezTo>
                <a:cubicBezTo>
                  <a:pt x="30489" y="95467"/>
                  <a:pt x="23881" y="100768"/>
                  <a:pt x="17962" y="106686"/>
                </a:cubicBezTo>
                <a:cubicBezTo>
                  <a:pt x="12044" y="124441"/>
                  <a:pt x="-1860" y="141351"/>
                  <a:pt x="207" y="159952"/>
                </a:cubicBezTo>
                <a:cubicBezTo>
                  <a:pt x="3166" y="186585"/>
                  <a:pt x="5010" y="213366"/>
                  <a:pt x="9085" y="239851"/>
                </a:cubicBezTo>
                <a:cubicBezTo>
                  <a:pt x="12920" y="264777"/>
                  <a:pt x="28800" y="307875"/>
                  <a:pt x="35718" y="328628"/>
                </a:cubicBezTo>
                <a:cubicBezTo>
                  <a:pt x="38677" y="337506"/>
                  <a:pt x="37978" y="348644"/>
                  <a:pt x="44595" y="355261"/>
                </a:cubicBezTo>
                <a:cubicBezTo>
                  <a:pt x="50514" y="361179"/>
                  <a:pt x="57122" y="366480"/>
                  <a:pt x="62351" y="373016"/>
                </a:cubicBezTo>
                <a:cubicBezTo>
                  <a:pt x="70714" y="383469"/>
                  <a:pt x="83572" y="410260"/>
                  <a:pt x="97861" y="417405"/>
                </a:cubicBezTo>
                <a:cubicBezTo>
                  <a:pt x="147799" y="442374"/>
                  <a:pt x="192455" y="438917"/>
                  <a:pt x="248782" y="444038"/>
                </a:cubicBezTo>
                <a:cubicBezTo>
                  <a:pt x="272456" y="441079"/>
                  <a:pt x="297652" y="444021"/>
                  <a:pt x="319803" y="435160"/>
                </a:cubicBezTo>
                <a:cubicBezTo>
                  <a:pt x="329709" y="431197"/>
                  <a:pt x="330013" y="416072"/>
                  <a:pt x="337558" y="408527"/>
                </a:cubicBezTo>
                <a:cubicBezTo>
                  <a:pt x="345103" y="400982"/>
                  <a:pt x="355859" y="397437"/>
                  <a:pt x="364191" y="390772"/>
                </a:cubicBezTo>
                <a:cubicBezTo>
                  <a:pt x="427441" y="340172"/>
                  <a:pt x="326608" y="409908"/>
                  <a:pt x="408580" y="355261"/>
                </a:cubicBezTo>
                <a:cubicBezTo>
                  <a:pt x="414498" y="337506"/>
                  <a:pt x="428197" y="320618"/>
                  <a:pt x="426335" y="301995"/>
                </a:cubicBezTo>
                <a:cubicBezTo>
                  <a:pt x="415595" y="194599"/>
                  <a:pt x="426861" y="241430"/>
                  <a:pt x="399702" y="159952"/>
                </a:cubicBezTo>
                <a:cubicBezTo>
                  <a:pt x="396743" y="151074"/>
                  <a:pt x="397441" y="139936"/>
                  <a:pt x="390824" y="133319"/>
                </a:cubicBezTo>
                <a:cubicBezTo>
                  <a:pt x="381946" y="124441"/>
                  <a:pt x="372228" y="116331"/>
                  <a:pt x="364191" y="106686"/>
                </a:cubicBezTo>
                <a:cubicBezTo>
                  <a:pt x="327201" y="62298"/>
                  <a:pt x="368630" y="94849"/>
                  <a:pt x="319803" y="62298"/>
                </a:cubicBezTo>
                <a:cubicBezTo>
                  <a:pt x="284442" y="9255"/>
                  <a:pt x="323059" y="55373"/>
                  <a:pt x="275415" y="26787"/>
                </a:cubicBezTo>
                <a:cubicBezTo>
                  <a:pt x="268238" y="22481"/>
                  <a:pt x="264836" y="13338"/>
                  <a:pt x="257659" y="9032"/>
                </a:cubicBezTo>
                <a:cubicBezTo>
                  <a:pt x="249635" y="4217"/>
                  <a:pt x="240370" y="673"/>
                  <a:pt x="231026" y="154"/>
                </a:cubicBezTo>
                <a:cubicBezTo>
                  <a:pt x="186706" y="-2308"/>
                  <a:pt x="145209" y="25308"/>
                  <a:pt x="115617" y="3566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F08A55-DB1E-95E6-D530-9F5994241654}"/>
              </a:ext>
            </a:extLst>
          </p:cNvPr>
          <p:cNvSpPr/>
          <p:nvPr/>
        </p:nvSpPr>
        <p:spPr>
          <a:xfrm>
            <a:off x="4944318" y="3791413"/>
            <a:ext cx="632096" cy="522679"/>
          </a:xfrm>
          <a:custGeom>
            <a:avLst/>
            <a:gdLst>
              <a:gd name="connsiteX0" fmla="*/ 115617 w 426507"/>
              <a:gd name="connsiteY0" fmla="*/ 35665 h 444038"/>
              <a:gd name="connsiteX1" fmla="*/ 53473 w 426507"/>
              <a:gd name="connsiteY1" fmla="*/ 62298 h 444038"/>
              <a:gd name="connsiteX2" fmla="*/ 35718 w 426507"/>
              <a:gd name="connsiteY2" fmla="*/ 88931 h 444038"/>
              <a:gd name="connsiteX3" fmla="*/ 17962 w 426507"/>
              <a:gd name="connsiteY3" fmla="*/ 106686 h 444038"/>
              <a:gd name="connsiteX4" fmla="*/ 207 w 426507"/>
              <a:gd name="connsiteY4" fmla="*/ 159952 h 444038"/>
              <a:gd name="connsiteX5" fmla="*/ 9085 w 426507"/>
              <a:gd name="connsiteY5" fmla="*/ 239851 h 444038"/>
              <a:gd name="connsiteX6" fmla="*/ 35718 w 426507"/>
              <a:gd name="connsiteY6" fmla="*/ 328628 h 444038"/>
              <a:gd name="connsiteX7" fmla="*/ 44595 w 426507"/>
              <a:gd name="connsiteY7" fmla="*/ 355261 h 444038"/>
              <a:gd name="connsiteX8" fmla="*/ 62351 w 426507"/>
              <a:gd name="connsiteY8" fmla="*/ 373016 h 444038"/>
              <a:gd name="connsiteX9" fmla="*/ 97861 w 426507"/>
              <a:gd name="connsiteY9" fmla="*/ 417405 h 444038"/>
              <a:gd name="connsiteX10" fmla="*/ 248782 w 426507"/>
              <a:gd name="connsiteY10" fmla="*/ 444038 h 444038"/>
              <a:gd name="connsiteX11" fmla="*/ 319803 w 426507"/>
              <a:gd name="connsiteY11" fmla="*/ 435160 h 444038"/>
              <a:gd name="connsiteX12" fmla="*/ 337558 w 426507"/>
              <a:gd name="connsiteY12" fmla="*/ 408527 h 444038"/>
              <a:gd name="connsiteX13" fmla="*/ 364191 w 426507"/>
              <a:gd name="connsiteY13" fmla="*/ 390772 h 444038"/>
              <a:gd name="connsiteX14" fmla="*/ 408580 w 426507"/>
              <a:gd name="connsiteY14" fmla="*/ 355261 h 444038"/>
              <a:gd name="connsiteX15" fmla="*/ 426335 w 426507"/>
              <a:gd name="connsiteY15" fmla="*/ 301995 h 444038"/>
              <a:gd name="connsiteX16" fmla="*/ 399702 w 426507"/>
              <a:gd name="connsiteY16" fmla="*/ 159952 h 444038"/>
              <a:gd name="connsiteX17" fmla="*/ 390824 w 426507"/>
              <a:gd name="connsiteY17" fmla="*/ 133319 h 444038"/>
              <a:gd name="connsiteX18" fmla="*/ 364191 w 426507"/>
              <a:gd name="connsiteY18" fmla="*/ 106686 h 444038"/>
              <a:gd name="connsiteX19" fmla="*/ 319803 w 426507"/>
              <a:gd name="connsiteY19" fmla="*/ 62298 h 444038"/>
              <a:gd name="connsiteX20" fmla="*/ 275415 w 426507"/>
              <a:gd name="connsiteY20" fmla="*/ 26787 h 444038"/>
              <a:gd name="connsiteX21" fmla="*/ 257659 w 426507"/>
              <a:gd name="connsiteY21" fmla="*/ 9032 h 444038"/>
              <a:gd name="connsiteX22" fmla="*/ 231026 w 426507"/>
              <a:gd name="connsiteY22" fmla="*/ 154 h 444038"/>
              <a:gd name="connsiteX23" fmla="*/ 115617 w 426507"/>
              <a:gd name="connsiteY23" fmla="*/ 35665 h 44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507" h="444038">
                <a:moveTo>
                  <a:pt x="115617" y="35665"/>
                </a:moveTo>
                <a:cubicBezTo>
                  <a:pt x="86025" y="46022"/>
                  <a:pt x="72225" y="49797"/>
                  <a:pt x="53473" y="62298"/>
                </a:cubicBezTo>
                <a:cubicBezTo>
                  <a:pt x="44595" y="68216"/>
                  <a:pt x="42383" y="80600"/>
                  <a:pt x="35718" y="88931"/>
                </a:cubicBezTo>
                <a:cubicBezTo>
                  <a:pt x="30489" y="95467"/>
                  <a:pt x="23881" y="100768"/>
                  <a:pt x="17962" y="106686"/>
                </a:cubicBezTo>
                <a:cubicBezTo>
                  <a:pt x="12044" y="124441"/>
                  <a:pt x="-1860" y="141351"/>
                  <a:pt x="207" y="159952"/>
                </a:cubicBezTo>
                <a:cubicBezTo>
                  <a:pt x="3166" y="186585"/>
                  <a:pt x="5010" y="213366"/>
                  <a:pt x="9085" y="239851"/>
                </a:cubicBezTo>
                <a:cubicBezTo>
                  <a:pt x="12920" y="264777"/>
                  <a:pt x="28800" y="307875"/>
                  <a:pt x="35718" y="328628"/>
                </a:cubicBezTo>
                <a:cubicBezTo>
                  <a:pt x="38677" y="337506"/>
                  <a:pt x="37978" y="348644"/>
                  <a:pt x="44595" y="355261"/>
                </a:cubicBezTo>
                <a:cubicBezTo>
                  <a:pt x="50514" y="361179"/>
                  <a:pt x="57122" y="366480"/>
                  <a:pt x="62351" y="373016"/>
                </a:cubicBezTo>
                <a:cubicBezTo>
                  <a:pt x="70714" y="383469"/>
                  <a:pt x="83572" y="410260"/>
                  <a:pt x="97861" y="417405"/>
                </a:cubicBezTo>
                <a:cubicBezTo>
                  <a:pt x="147799" y="442374"/>
                  <a:pt x="192455" y="438917"/>
                  <a:pt x="248782" y="444038"/>
                </a:cubicBezTo>
                <a:cubicBezTo>
                  <a:pt x="272456" y="441079"/>
                  <a:pt x="297652" y="444021"/>
                  <a:pt x="319803" y="435160"/>
                </a:cubicBezTo>
                <a:cubicBezTo>
                  <a:pt x="329709" y="431197"/>
                  <a:pt x="330013" y="416072"/>
                  <a:pt x="337558" y="408527"/>
                </a:cubicBezTo>
                <a:cubicBezTo>
                  <a:pt x="345103" y="400982"/>
                  <a:pt x="355859" y="397437"/>
                  <a:pt x="364191" y="390772"/>
                </a:cubicBezTo>
                <a:cubicBezTo>
                  <a:pt x="427441" y="340172"/>
                  <a:pt x="326608" y="409908"/>
                  <a:pt x="408580" y="355261"/>
                </a:cubicBezTo>
                <a:cubicBezTo>
                  <a:pt x="414498" y="337506"/>
                  <a:pt x="428197" y="320618"/>
                  <a:pt x="426335" y="301995"/>
                </a:cubicBezTo>
                <a:cubicBezTo>
                  <a:pt x="415595" y="194599"/>
                  <a:pt x="426861" y="241430"/>
                  <a:pt x="399702" y="159952"/>
                </a:cubicBezTo>
                <a:cubicBezTo>
                  <a:pt x="396743" y="151074"/>
                  <a:pt x="397441" y="139936"/>
                  <a:pt x="390824" y="133319"/>
                </a:cubicBezTo>
                <a:cubicBezTo>
                  <a:pt x="381946" y="124441"/>
                  <a:pt x="372228" y="116331"/>
                  <a:pt x="364191" y="106686"/>
                </a:cubicBezTo>
                <a:cubicBezTo>
                  <a:pt x="327201" y="62298"/>
                  <a:pt x="368630" y="94849"/>
                  <a:pt x="319803" y="62298"/>
                </a:cubicBezTo>
                <a:cubicBezTo>
                  <a:pt x="284442" y="9255"/>
                  <a:pt x="323059" y="55373"/>
                  <a:pt x="275415" y="26787"/>
                </a:cubicBezTo>
                <a:cubicBezTo>
                  <a:pt x="268238" y="22481"/>
                  <a:pt x="264836" y="13338"/>
                  <a:pt x="257659" y="9032"/>
                </a:cubicBezTo>
                <a:cubicBezTo>
                  <a:pt x="249635" y="4217"/>
                  <a:pt x="240370" y="673"/>
                  <a:pt x="231026" y="154"/>
                </a:cubicBezTo>
                <a:cubicBezTo>
                  <a:pt x="186706" y="-2308"/>
                  <a:pt x="145209" y="25308"/>
                  <a:pt x="115617" y="3566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C5A92F8-5842-73B9-D27F-9C4485C5BAF7}"/>
              </a:ext>
            </a:extLst>
          </p:cNvPr>
          <p:cNvSpPr/>
          <p:nvPr/>
        </p:nvSpPr>
        <p:spPr>
          <a:xfrm>
            <a:off x="5474677" y="3493477"/>
            <a:ext cx="1418538" cy="1055077"/>
          </a:xfrm>
          <a:custGeom>
            <a:avLst/>
            <a:gdLst>
              <a:gd name="connsiteX0" fmla="*/ 1101969 w 1418538"/>
              <a:gd name="connsiteY0" fmla="*/ 0 h 1055077"/>
              <a:gd name="connsiteX1" fmla="*/ 1019908 w 1418538"/>
              <a:gd name="connsiteY1" fmla="*/ 11723 h 1055077"/>
              <a:gd name="connsiteX2" fmla="*/ 890954 w 1418538"/>
              <a:gd name="connsiteY2" fmla="*/ 23446 h 1055077"/>
              <a:gd name="connsiteX3" fmla="*/ 797169 w 1418538"/>
              <a:gd name="connsiteY3" fmla="*/ 46892 h 1055077"/>
              <a:gd name="connsiteX4" fmla="*/ 762000 w 1418538"/>
              <a:gd name="connsiteY4" fmla="*/ 58615 h 1055077"/>
              <a:gd name="connsiteX5" fmla="*/ 691661 w 1418538"/>
              <a:gd name="connsiteY5" fmla="*/ 105508 h 1055077"/>
              <a:gd name="connsiteX6" fmla="*/ 644769 w 1418538"/>
              <a:gd name="connsiteY6" fmla="*/ 128954 h 1055077"/>
              <a:gd name="connsiteX7" fmla="*/ 527538 w 1418538"/>
              <a:gd name="connsiteY7" fmla="*/ 164123 h 1055077"/>
              <a:gd name="connsiteX8" fmla="*/ 363415 w 1418538"/>
              <a:gd name="connsiteY8" fmla="*/ 187569 h 1055077"/>
              <a:gd name="connsiteX9" fmla="*/ 316523 w 1418538"/>
              <a:gd name="connsiteY9" fmla="*/ 199292 h 1055077"/>
              <a:gd name="connsiteX10" fmla="*/ 175846 w 1418538"/>
              <a:gd name="connsiteY10" fmla="*/ 222738 h 1055077"/>
              <a:gd name="connsiteX11" fmla="*/ 140677 w 1418538"/>
              <a:gd name="connsiteY11" fmla="*/ 246185 h 1055077"/>
              <a:gd name="connsiteX12" fmla="*/ 105508 w 1418538"/>
              <a:gd name="connsiteY12" fmla="*/ 257908 h 1055077"/>
              <a:gd name="connsiteX13" fmla="*/ 82061 w 1418538"/>
              <a:gd name="connsiteY13" fmla="*/ 281354 h 1055077"/>
              <a:gd name="connsiteX14" fmla="*/ 46892 w 1418538"/>
              <a:gd name="connsiteY14" fmla="*/ 304800 h 1055077"/>
              <a:gd name="connsiteX15" fmla="*/ 11723 w 1418538"/>
              <a:gd name="connsiteY15" fmla="*/ 375138 h 1055077"/>
              <a:gd name="connsiteX16" fmla="*/ 0 w 1418538"/>
              <a:gd name="connsiteY16" fmla="*/ 410308 h 1055077"/>
              <a:gd name="connsiteX17" fmla="*/ 35169 w 1418538"/>
              <a:gd name="connsiteY17" fmla="*/ 422031 h 1055077"/>
              <a:gd name="connsiteX18" fmla="*/ 58615 w 1418538"/>
              <a:gd name="connsiteY18" fmla="*/ 457200 h 1055077"/>
              <a:gd name="connsiteX19" fmla="*/ 70338 w 1418538"/>
              <a:gd name="connsiteY19" fmla="*/ 715108 h 1055077"/>
              <a:gd name="connsiteX20" fmla="*/ 140677 w 1418538"/>
              <a:gd name="connsiteY20" fmla="*/ 738554 h 1055077"/>
              <a:gd name="connsiteX21" fmla="*/ 175846 w 1418538"/>
              <a:gd name="connsiteY21" fmla="*/ 762000 h 1055077"/>
              <a:gd name="connsiteX22" fmla="*/ 410308 w 1418538"/>
              <a:gd name="connsiteY22" fmla="*/ 797169 h 1055077"/>
              <a:gd name="connsiteX23" fmla="*/ 480646 w 1418538"/>
              <a:gd name="connsiteY23" fmla="*/ 832338 h 1055077"/>
              <a:gd name="connsiteX24" fmla="*/ 504092 w 1418538"/>
              <a:gd name="connsiteY24" fmla="*/ 855785 h 1055077"/>
              <a:gd name="connsiteX25" fmla="*/ 539261 w 1418538"/>
              <a:gd name="connsiteY25" fmla="*/ 867508 h 1055077"/>
              <a:gd name="connsiteX26" fmla="*/ 562708 w 1418538"/>
              <a:gd name="connsiteY26" fmla="*/ 890954 h 1055077"/>
              <a:gd name="connsiteX27" fmla="*/ 597877 w 1418538"/>
              <a:gd name="connsiteY27" fmla="*/ 914400 h 1055077"/>
              <a:gd name="connsiteX28" fmla="*/ 633046 w 1418538"/>
              <a:gd name="connsiteY28" fmla="*/ 984738 h 1055077"/>
              <a:gd name="connsiteX29" fmla="*/ 656492 w 1418538"/>
              <a:gd name="connsiteY29" fmla="*/ 1008185 h 1055077"/>
              <a:gd name="connsiteX30" fmla="*/ 679938 w 1418538"/>
              <a:gd name="connsiteY30" fmla="*/ 1043354 h 1055077"/>
              <a:gd name="connsiteX31" fmla="*/ 726831 w 1418538"/>
              <a:gd name="connsiteY31" fmla="*/ 1055077 h 1055077"/>
              <a:gd name="connsiteX32" fmla="*/ 808892 w 1418538"/>
              <a:gd name="connsiteY32" fmla="*/ 1043354 h 1055077"/>
              <a:gd name="connsiteX33" fmla="*/ 879231 w 1418538"/>
              <a:gd name="connsiteY33" fmla="*/ 1019908 h 1055077"/>
              <a:gd name="connsiteX34" fmla="*/ 902677 w 1418538"/>
              <a:gd name="connsiteY34" fmla="*/ 996461 h 1055077"/>
              <a:gd name="connsiteX35" fmla="*/ 1008185 w 1418538"/>
              <a:gd name="connsiteY35" fmla="*/ 926123 h 1055077"/>
              <a:gd name="connsiteX36" fmla="*/ 1043354 w 1418538"/>
              <a:gd name="connsiteY36" fmla="*/ 902677 h 1055077"/>
              <a:gd name="connsiteX37" fmla="*/ 1078523 w 1418538"/>
              <a:gd name="connsiteY37" fmla="*/ 879231 h 1055077"/>
              <a:gd name="connsiteX38" fmla="*/ 1137138 w 1418538"/>
              <a:gd name="connsiteY38" fmla="*/ 773723 h 1055077"/>
              <a:gd name="connsiteX39" fmla="*/ 1125415 w 1418538"/>
              <a:gd name="connsiteY39" fmla="*/ 691661 h 1055077"/>
              <a:gd name="connsiteX40" fmla="*/ 1055077 w 1418538"/>
              <a:gd name="connsiteY40" fmla="*/ 656492 h 1055077"/>
              <a:gd name="connsiteX41" fmla="*/ 1066800 w 1418538"/>
              <a:gd name="connsiteY41" fmla="*/ 457200 h 1055077"/>
              <a:gd name="connsiteX42" fmla="*/ 1101969 w 1418538"/>
              <a:gd name="connsiteY42" fmla="*/ 445477 h 1055077"/>
              <a:gd name="connsiteX43" fmla="*/ 1289538 w 1418538"/>
              <a:gd name="connsiteY43" fmla="*/ 457200 h 1055077"/>
              <a:gd name="connsiteX44" fmla="*/ 1395046 w 1418538"/>
              <a:gd name="connsiteY44" fmla="*/ 468923 h 1055077"/>
              <a:gd name="connsiteX45" fmla="*/ 1406769 w 1418538"/>
              <a:gd name="connsiteY45" fmla="*/ 363415 h 1055077"/>
              <a:gd name="connsiteX46" fmla="*/ 1383323 w 1418538"/>
              <a:gd name="connsiteY46" fmla="*/ 328246 h 1055077"/>
              <a:gd name="connsiteX47" fmla="*/ 1348154 w 1418538"/>
              <a:gd name="connsiteY47" fmla="*/ 304800 h 1055077"/>
              <a:gd name="connsiteX48" fmla="*/ 1324708 w 1418538"/>
              <a:gd name="connsiteY48" fmla="*/ 269631 h 1055077"/>
              <a:gd name="connsiteX49" fmla="*/ 1195754 w 1418538"/>
              <a:gd name="connsiteY49" fmla="*/ 234461 h 1055077"/>
              <a:gd name="connsiteX50" fmla="*/ 1160585 w 1418538"/>
              <a:gd name="connsiteY50" fmla="*/ 211015 h 1055077"/>
              <a:gd name="connsiteX51" fmla="*/ 1137138 w 1418538"/>
              <a:gd name="connsiteY51" fmla="*/ 187569 h 1055077"/>
              <a:gd name="connsiteX52" fmla="*/ 1101969 w 1418538"/>
              <a:gd name="connsiteY52" fmla="*/ 175846 h 1055077"/>
              <a:gd name="connsiteX53" fmla="*/ 1066800 w 1418538"/>
              <a:gd name="connsiteY53" fmla="*/ 152400 h 1055077"/>
              <a:gd name="connsiteX54" fmla="*/ 1055077 w 1418538"/>
              <a:gd name="connsiteY54" fmla="*/ 58615 h 1055077"/>
              <a:gd name="connsiteX55" fmla="*/ 1019908 w 1418538"/>
              <a:gd name="connsiteY55" fmla="*/ 35169 h 105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418538" h="1055077">
                <a:moveTo>
                  <a:pt x="1101969" y="0"/>
                </a:moveTo>
                <a:cubicBezTo>
                  <a:pt x="1074615" y="3908"/>
                  <a:pt x="1047370" y="8672"/>
                  <a:pt x="1019908" y="11723"/>
                </a:cubicBezTo>
                <a:cubicBezTo>
                  <a:pt x="977010" y="16489"/>
                  <a:pt x="933588" y="16714"/>
                  <a:pt x="890954" y="23446"/>
                </a:cubicBezTo>
                <a:cubicBezTo>
                  <a:pt x="859125" y="28472"/>
                  <a:pt x="827739" y="36702"/>
                  <a:pt x="797169" y="46892"/>
                </a:cubicBezTo>
                <a:cubicBezTo>
                  <a:pt x="785446" y="50800"/>
                  <a:pt x="772802" y="52614"/>
                  <a:pt x="762000" y="58615"/>
                </a:cubicBezTo>
                <a:cubicBezTo>
                  <a:pt x="737367" y="72300"/>
                  <a:pt x="716865" y="92906"/>
                  <a:pt x="691661" y="105508"/>
                </a:cubicBezTo>
                <a:cubicBezTo>
                  <a:pt x="676030" y="113323"/>
                  <a:pt x="660995" y="122464"/>
                  <a:pt x="644769" y="128954"/>
                </a:cubicBezTo>
                <a:cubicBezTo>
                  <a:pt x="622431" y="137889"/>
                  <a:pt x="557150" y="159188"/>
                  <a:pt x="527538" y="164123"/>
                </a:cubicBezTo>
                <a:cubicBezTo>
                  <a:pt x="473027" y="173208"/>
                  <a:pt x="417028" y="174166"/>
                  <a:pt x="363415" y="187569"/>
                </a:cubicBezTo>
                <a:cubicBezTo>
                  <a:pt x="347784" y="191477"/>
                  <a:pt x="332359" y="196323"/>
                  <a:pt x="316523" y="199292"/>
                </a:cubicBezTo>
                <a:cubicBezTo>
                  <a:pt x="269798" y="208053"/>
                  <a:pt x="175846" y="222738"/>
                  <a:pt x="175846" y="222738"/>
                </a:cubicBezTo>
                <a:cubicBezTo>
                  <a:pt x="164123" y="230554"/>
                  <a:pt x="153279" y="239884"/>
                  <a:pt x="140677" y="246185"/>
                </a:cubicBezTo>
                <a:cubicBezTo>
                  <a:pt x="129625" y="251711"/>
                  <a:pt x="116104" y="251550"/>
                  <a:pt x="105508" y="257908"/>
                </a:cubicBezTo>
                <a:cubicBezTo>
                  <a:pt x="96030" y="263595"/>
                  <a:pt x="90692" y="274449"/>
                  <a:pt x="82061" y="281354"/>
                </a:cubicBezTo>
                <a:cubicBezTo>
                  <a:pt x="71059" y="290155"/>
                  <a:pt x="58615" y="296985"/>
                  <a:pt x="46892" y="304800"/>
                </a:cubicBezTo>
                <a:cubicBezTo>
                  <a:pt x="17425" y="393202"/>
                  <a:pt x="57175" y="284233"/>
                  <a:pt x="11723" y="375138"/>
                </a:cubicBezTo>
                <a:cubicBezTo>
                  <a:pt x="6197" y="386191"/>
                  <a:pt x="3908" y="398585"/>
                  <a:pt x="0" y="410308"/>
                </a:cubicBezTo>
                <a:cubicBezTo>
                  <a:pt x="11723" y="414216"/>
                  <a:pt x="25520" y="414312"/>
                  <a:pt x="35169" y="422031"/>
                </a:cubicBezTo>
                <a:cubicBezTo>
                  <a:pt x="46171" y="430833"/>
                  <a:pt x="56936" y="443211"/>
                  <a:pt x="58615" y="457200"/>
                </a:cubicBezTo>
                <a:cubicBezTo>
                  <a:pt x="68868" y="542645"/>
                  <a:pt x="46242" y="632492"/>
                  <a:pt x="70338" y="715108"/>
                </a:cubicBezTo>
                <a:cubicBezTo>
                  <a:pt x="77258" y="738834"/>
                  <a:pt x="120113" y="724845"/>
                  <a:pt x="140677" y="738554"/>
                </a:cubicBezTo>
                <a:cubicBezTo>
                  <a:pt x="152400" y="746369"/>
                  <a:pt x="162971" y="756278"/>
                  <a:pt x="175846" y="762000"/>
                </a:cubicBezTo>
                <a:cubicBezTo>
                  <a:pt x="261766" y="800186"/>
                  <a:pt x="302427" y="789463"/>
                  <a:pt x="410308" y="797169"/>
                </a:cubicBezTo>
                <a:cubicBezTo>
                  <a:pt x="447453" y="809551"/>
                  <a:pt x="448182" y="806367"/>
                  <a:pt x="480646" y="832338"/>
                </a:cubicBezTo>
                <a:cubicBezTo>
                  <a:pt x="489277" y="839243"/>
                  <a:pt x="494614" y="850098"/>
                  <a:pt x="504092" y="855785"/>
                </a:cubicBezTo>
                <a:cubicBezTo>
                  <a:pt x="514688" y="862143"/>
                  <a:pt x="527538" y="863600"/>
                  <a:pt x="539261" y="867508"/>
                </a:cubicBezTo>
                <a:cubicBezTo>
                  <a:pt x="547077" y="875323"/>
                  <a:pt x="554077" y="884049"/>
                  <a:pt x="562708" y="890954"/>
                </a:cubicBezTo>
                <a:cubicBezTo>
                  <a:pt x="573710" y="899755"/>
                  <a:pt x="587914" y="904437"/>
                  <a:pt x="597877" y="914400"/>
                </a:cubicBezTo>
                <a:cubicBezTo>
                  <a:pt x="642343" y="958866"/>
                  <a:pt x="604443" y="937066"/>
                  <a:pt x="633046" y="984738"/>
                </a:cubicBezTo>
                <a:cubicBezTo>
                  <a:pt x="638733" y="994216"/>
                  <a:pt x="649587" y="999554"/>
                  <a:pt x="656492" y="1008185"/>
                </a:cubicBezTo>
                <a:cubicBezTo>
                  <a:pt x="665293" y="1019187"/>
                  <a:pt x="668215" y="1035539"/>
                  <a:pt x="679938" y="1043354"/>
                </a:cubicBezTo>
                <a:cubicBezTo>
                  <a:pt x="693344" y="1052291"/>
                  <a:pt x="711200" y="1051169"/>
                  <a:pt x="726831" y="1055077"/>
                </a:cubicBezTo>
                <a:cubicBezTo>
                  <a:pt x="754185" y="1051169"/>
                  <a:pt x="781968" y="1049567"/>
                  <a:pt x="808892" y="1043354"/>
                </a:cubicBezTo>
                <a:cubicBezTo>
                  <a:pt x="832974" y="1037797"/>
                  <a:pt x="879231" y="1019908"/>
                  <a:pt x="879231" y="1019908"/>
                </a:cubicBezTo>
                <a:cubicBezTo>
                  <a:pt x="887046" y="1012092"/>
                  <a:pt x="893835" y="1003093"/>
                  <a:pt x="902677" y="996461"/>
                </a:cubicBezTo>
                <a:cubicBezTo>
                  <a:pt x="902700" y="996444"/>
                  <a:pt x="990589" y="937854"/>
                  <a:pt x="1008185" y="926123"/>
                </a:cubicBezTo>
                <a:lnTo>
                  <a:pt x="1043354" y="902677"/>
                </a:lnTo>
                <a:lnTo>
                  <a:pt x="1078523" y="879231"/>
                </a:lnTo>
                <a:cubicBezTo>
                  <a:pt x="1132269" y="798610"/>
                  <a:pt x="1116504" y="835625"/>
                  <a:pt x="1137138" y="773723"/>
                </a:cubicBezTo>
                <a:cubicBezTo>
                  <a:pt x="1133230" y="746369"/>
                  <a:pt x="1136637" y="716911"/>
                  <a:pt x="1125415" y="691661"/>
                </a:cubicBezTo>
                <a:cubicBezTo>
                  <a:pt x="1117511" y="673876"/>
                  <a:pt x="1070682" y="661694"/>
                  <a:pt x="1055077" y="656492"/>
                </a:cubicBezTo>
                <a:cubicBezTo>
                  <a:pt x="1058985" y="590061"/>
                  <a:pt x="1052364" y="522161"/>
                  <a:pt x="1066800" y="457200"/>
                </a:cubicBezTo>
                <a:cubicBezTo>
                  <a:pt x="1069481" y="445137"/>
                  <a:pt x="1089612" y="445477"/>
                  <a:pt x="1101969" y="445477"/>
                </a:cubicBezTo>
                <a:cubicBezTo>
                  <a:pt x="1164614" y="445477"/>
                  <a:pt x="1227015" y="453292"/>
                  <a:pt x="1289538" y="457200"/>
                </a:cubicBezTo>
                <a:cubicBezTo>
                  <a:pt x="1371600" y="484554"/>
                  <a:pt x="1336431" y="488461"/>
                  <a:pt x="1395046" y="468923"/>
                </a:cubicBezTo>
                <a:cubicBezTo>
                  <a:pt x="1414584" y="410308"/>
                  <a:pt x="1430215" y="410308"/>
                  <a:pt x="1406769" y="363415"/>
                </a:cubicBezTo>
                <a:cubicBezTo>
                  <a:pt x="1400468" y="350813"/>
                  <a:pt x="1393286" y="338209"/>
                  <a:pt x="1383323" y="328246"/>
                </a:cubicBezTo>
                <a:cubicBezTo>
                  <a:pt x="1373360" y="318283"/>
                  <a:pt x="1359877" y="312615"/>
                  <a:pt x="1348154" y="304800"/>
                </a:cubicBezTo>
                <a:cubicBezTo>
                  <a:pt x="1340339" y="293077"/>
                  <a:pt x="1336656" y="277098"/>
                  <a:pt x="1324708" y="269631"/>
                </a:cubicBezTo>
                <a:cubicBezTo>
                  <a:pt x="1296714" y="252135"/>
                  <a:pt x="1229225" y="241156"/>
                  <a:pt x="1195754" y="234461"/>
                </a:cubicBezTo>
                <a:cubicBezTo>
                  <a:pt x="1184031" y="226646"/>
                  <a:pt x="1171587" y="219816"/>
                  <a:pt x="1160585" y="211015"/>
                </a:cubicBezTo>
                <a:cubicBezTo>
                  <a:pt x="1151954" y="204110"/>
                  <a:pt x="1146616" y="193256"/>
                  <a:pt x="1137138" y="187569"/>
                </a:cubicBezTo>
                <a:cubicBezTo>
                  <a:pt x="1126542" y="181211"/>
                  <a:pt x="1113022" y="181372"/>
                  <a:pt x="1101969" y="175846"/>
                </a:cubicBezTo>
                <a:cubicBezTo>
                  <a:pt x="1089367" y="169545"/>
                  <a:pt x="1078523" y="160215"/>
                  <a:pt x="1066800" y="152400"/>
                </a:cubicBezTo>
                <a:cubicBezTo>
                  <a:pt x="1062892" y="121138"/>
                  <a:pt x="1063366" y="89010"/>
                  <a:pt x="1055077" y="58615"/>
                </a:cubicBezTo>
                <a:cubicBezTo>
                  <a:pt x="1040875" y="6539"/>
                  <a:pt x="1036766" y="18311"/>
                  <a:pt x="1019908" y="35169"/>
                </a:cubicBezTo>
              </a:path>
            </a:pathLst>
          </a:custGeom>
          <a:noFill/>
          <a:ln>
            <a:solidFill>
              <a:schemeClr val="accent1">
                <a:shade val="1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056B3DF-E1CD-8DFE-1EDC-20095035D68C}"/>
              </a:ext>
            </a:extLst>
          </p:cNvPr>
          <p:cNvSpPr/>
          <p:nvPr/>
        </p:nvSpPr>
        <p:spPr>
          <a:xfrm>
            <a:off x="5392111" y="4228116"/>
            <a:ext cx="454415" cy="369333"/>
          </a:xfrm>
          <a:custGeom>
            <a:avLst/>
            <a:gdLst>
              <a:gd name="connsiteX0" fmla="*/ 115617 w 426507"/>
              <a:gd name="connsiteY0" fmla="*/ 35665 h 444038"/>
              <a:gd name="connsiteX1" fmla="*/ 53473 w 426507"/>
              <a:gd name="connsiteY1" fmla="*/ 62298 h 444038"/>
              <a:gd name="connsiteX2" fmla="*/ 35718 w 426507"/>
              <a:gd name="connsiteY2" fmla="*/ 88931 h 444038"/>
              <a:gd name="connsiteX3" fmla="*/ 17962 w 426507"/>
              <a:gd name="connsiteY3" fmla="*/ 106686 h 444038"/>
              <a:gd name="connsiteX4" fmla="*/ 207 w 426507"/>
              <a:gd name="connsiteY4" fmla="*/ 159952 h 444038"/>
              <a:gd name="connsiteX5" fmla="*/ 9085 w 426507"/>
              <a:gd name="connsiteY5" fmla="*/ 239851 h 444038"/>
              <a:gd name="connsiteX6" fmla="*/ 35718 w 426507"/>
              <a:gd name="connsiteY6" fmla="*/ 328628 h 444038"/>
              <a:gd name="connsiteX7" fmla="*/ 44595 w 426507"/>
              <a:gd name="connsiteY7" fmla="*/ 355261 h 444038"/>
              <a:gd name="connsiteX8" fmla="*/ 62351 w 426507"/>
              <a:gd name="connsiteY8" fmla="*/ 373016 h 444038"/>
              <a:gd name="connsiteX9" fmla="*/ 97861 w 426507"/>
              <a:gd name="connsiteY9" fmla="*/ 417405 h 444038"/>
              <a:gd name="connsiteX10" fmla="*/ 248782 w 426507"/>
              <a:gd name="connsiteY10" fmla="*/ 444038 h 444038"/>
              <a:gd name="connsiteX11" fmla="*/ 319803 w 426507"/>
              <a:gd name="connsiteY11" fmla="*/ 435160 h 444038"/>
              <a:gd name="connsiteX12" fmla="*/ 337558 w 426507"/>
              <a:gd name="connsiteY12" fmla="*/ 408527 h 444038"/>
              <a:gd name="connsiteX13" fmla="*/ 364191 w 426507"/>
              <a:gd name="connsiteY13" fmla="*/ 390772 h 444038"/>
              <a:gd name="connsiteX14" fmla="*/ 408580 w 426507"/>
              <a:gd name="connsiteY14" fmla="*/ 355261 h 444038"/>
              <a:gd name="connsiteX15" fmla="*/ 426335 w 426507"/>
              <a:gd name="connsiteY15" fmla="*/ 301995 h 444038"/>
              <a:gd name="connsiteX16" fmla="*/ 399702 w 426507"/>
              <a:gd name="connsiteY16" fmla="*/ 159952 h 444038"/>
              <a:gd name="connsiteX17" fmla="*/ 390824 w 426507"/>
              <a:gd name="connsiteY17" fmla="*/ 133319 h 444038"/>
              <a:gd name="connsiteX18" fmla="*/ 364191 w 426507"/>
              <a:gd name="connsiteY18" fmla="*/ 106686 h 444038"/>
              <a:gd name="connsiteX19" fmla="*/ 319803 w 426507"/>
              <a:gd name="connsiteY19" fmla="*/ 62298 h 444038"/>
              <a:gd name="connsiteX20" fmla="*/ 275415 w 426507"/>
              <a:gd name="connsiteY20" fmla="*/ 26787 h 444038"/>
              <a:gd name="connsiteX21" fmla="*/ 257659 w 426507"/>
              <a:gd name="connsiteY21" fmla="*/ 9032 h 444038"/>
              <a:gd name="connsiteX22" fmla="*/ 231026 w 426507"/>
              <a:gd name="connsiteY22" fmla="*/ 154 h 444038"/>
              <a:gd name="connsiteX23" fmla="*/ 115617 w 426507"/>
              <a:gd name="connsiteY23" fmla="*/ 35665 h 44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507" h="444038">
                <a:moveTo>
                  <a:pt x="115617" y="35665"/>
                </a:moveTo>
                <a:cubicBezTo>
                  <a:pt x="86025" y="46022"/>
                  <a:pt x="72225" y="49797"/>
                  <a:pt x="53473" y="62298"/>
                </a:cubicBezTo>
                <a:cubicBezTo>
                  <a:pt x="44595" y="68216"/>
                  <a:pt x="42383" y="80600"/>
                  <a:pt x="35718" y="88931"/>
                </a:cubicBezTo>
                <a:cubicBezTo>
                  <a:pt x="30489" y="95467"/>
                  <a:pt x="23881" y="100768"/>
                  <a:pt x="17962" y="106686"/>
                </a:cubicBezTo>
                <a:cubicBezTo>
                  <a:pt x="12044" y="124441"/>
                  <a:pt x="-1860" y="141351"/>
                  <a:pt x="207" y="159952"/>
                </a:cubicBezTo>
                <a:cubicBezTo>
                  <a:pt x="3166" y="186585"/>
                  <a:pt x="5010" y="213366"/>
                  <a:pt x="9085" y="239851"/>
                </a:cubicBezTo>
                <a:cubicBezTo>
                  <a:pt x="12920" y="264777"/>
                  <a:pt x="28800" y="307875"/>
                  <a:pt x="35718" y="328628"/>
                </a:cubicBezTo>
                <a:cubicBezTo>
                  <a:pt x="38677" y="337506"/>
                  <a:pt x="37978" y="348644"/>
                  <a:pt x="44595" y="355261"/>
                </a:cubicBezTo>
                <a:cubicBezTo>
                  <a:pt x="50514" y="361179"/>
                  <a:pt x="57122" y="366480"/>
                  <a:pt x="62351" y="373016"/>
                </a:cubicBezTo>
                <a:cubicBezTo>
                  <a:pt x="70714" y="383469"/>
                  <a:pt x="83572" y="410260"/>
                  <a:pt x="97861" y="417405"/>
                </a:cubicBezTo>
                <a:cubicBezTo>
                  <a:pt x="147799" y="442374"/>
                  <a:pt x="192455" y="438917"/>
                  <a:pt x="248782" y="444038"/>
                </a:cubicBezTo>
                <a:cubicBezTo>
                  <a:pt x="272456" y="441079"/>
                  <a:pt x="297652" y="444021"/>
                  <a:pt x="319803" y="435160"/>
                </a:cubicBezTo>
                <a:cubicBezTo>
                  <a:pt x="329709" y="431197"/>
                  <a:pt x="330013" y="416072"/>
                  <a:pt x="337558" y="408527"/>
                </a:cubicBezTo>
                <a:cubicBezTo>
                  <a:pt x="345103" y="400982"/>
                  <a:pt x="355859" y="397437"/>
                  <a:pt x="364191" y="390772"/>
                </a:cubicBezTo>
                <a:cubicBezTo>
                  <a:pt x="427441" y="340172"/>
                  <a:pt x="326608" y="409908"/>
                  <a:pt x="408580" y="355261"/>
                </a:cubicBezTo>
                <a:cubicBezTo>
                  <a:pt x="414498" y="337506"/>
                  <a:pt x="428197" y="320618"/>
                  <a:pt x="426335" y="301995"/>
                </a:cubicBezTo>
                <a:cubicBezTo>
                  <a:pt x="415595" y="194599"/>
                  <a:pt x="426861" y="241430"/>
                  <a:pt x="399702" y="159952"/>
                </a:cubicBezTo>
                <a:cubicBezTo>
                  <a:pt x="396743" y="151074"/>
                  <a:pt x="397441" y="139936"/>
                  <a:pt x="390824" y="133319"/>
                </a:cubicBezTo>
                <a:cubicBezTo>
                  <a:pt x="381946" y="124441"/>
                  <a:pt x="372228" y="116331"/>
                  <a:pt x="364191" y="106686"/>
                </a:cubicBezTo>
                <a:cubicBezTo>
                  <a:pt x="327201" y="62298"/>
                  <a:pt x="368630" y="94849"/>
                  <a:pt x="319803" y="62298"/>
                </a:cubicBezTo>
                <a:cubicBezTo>
                  <a:pt x="284442" y="9255"/>
                  <a:pt x="323059" y="55373"/>
                  <a:pt x="275415" y="26787"/>
                </a:cubicBezTo>
                <a:cubicBezTo>
                  <a:pt x="268238" y="22481"/>
                  <a:pt x="264836" y="13338"/>
                  <a:pt x="257659" y="9032"/>
                </a:cubicBezTo>
                <a:cubicBezTo>
                  <a:pt x="249635" y="4217"/>
                  <a:pt x="240370" y="673"/>
                  <a:pt x="231026" y="154"/>
                </a:cubicBezTo>
                <a:cubicBezTo>
                  <a:pt x="186706" y="-2308"/>
                  <a:pt x="145209" y="25308"/>
                  <a:pt x="115617" y="35665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42869F91-77C8-EBF0-6209-91480D4F6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85" y="1485900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3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colorful dots&#10;&#10;AI-generated content may be incorrect.">
            <a:extLst>
              <a:ext uri="{FF2B5EF4-FFF2-40B4-BE49-F238E27FC236}">
                <a16:creationId xmlns:a16="http://schemas.microsoft.com/office/drawing/2014/main" id="{F3BD2B45-F8EA-F8C4-58BD-3C5E85B1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001" y="257577"/>
            <a:ext cx="6051997" cy="605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4C6D-05C3-7ABF-C35C-F5C9C7CA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colorful dots&#10;&#10;AI-generated content may be incorrect.">
            <a:extLst>
              <a:ext uri="{FF2B5EF4-FFF2-40B4-BE49-F238E27FC236}">
                <a16:creationId xmlns:a16="http://schemas.microsoft.com/office/drawing/2014/main" id="{C6B51001-3D54-E9E2-CEB0-8731B542A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001" y="257577"/>
            <a:ext cx="6051997" cy="6051997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8ECFEFD6-F6CE-DF3C-0EDA-F1BC38688429}"/>
              </a:ext>
            </a:extLst>
          </p:cNvPr>
          <p:cNvSpPr/>
          <p:nvPr/>
        </p:nvSpPr>
        <p:spPr>
          <a:xfrm>
            <a:off x="3283527" y="2909455"/>
            <a:ext cx="615142" cy="382385"/>
          </a:xfrm>
          <a:custGeom>
            <a:avLst/>
            <a:gdLst>
              <a:gd name="connsiteX0" fmla="*/ 166255 w 681644"/>
              <a:gd name="connsiteY0" fmla="*/ 83127 h 440574"/>
              <a:gd name="connsiteX1" fmla="*/ 108066 w 681644"/>
              <a:gd name="connsiteY1" fmla="*/ 91440 h 440574"/>
              <a:gd name="connsiteX2" fmla="*/ 58189 w 681644"/>
              <a:gd name="connsiteY2" fmla="*/ 99752 h 440574"/>
              <a:gd name="connsiteX3" fmla="*/ 24938 w 681644"/>
              <a:gd name="connsiteY3" fmla="*/ 133003 h 440574"/>
              <a:gd name="connsiteX4" fmla="*/ 8313 w 681644"/>
              <a:gd name="connsiteY4" fmla="*/ 182880 h 440574"/>
              <a:gd name="connsiteX5" fmla="*/ 0 w 681644"/>
              <a:gd name="connsiteY5" fmla="*/ 207818 h 440574"/>
              <a:gd name="connsiteX6" fmla="*/ 24938 w 681644"/>
              <a:gd name="connsiteY6" fmla="*/ 315883 h 440574"/>
              <a:gd name="connsiteX7" fmla="*/ 66502 w 681644"/>
              <a:gd name="connsiteY7" fmla="*/ 349134 h 440574"/>
              <a:gd name="connsiteX8" fmla="*/ 99753 w 681644"/>
              <a:gd name="connsiteY8" fmla="*/ 390698 h 440574"/>
              <a:gd name="connsiteX9" fmla="*/ 124691 w 681644"/>
              <a:gd name="connsiteY9" fmla="*/ 407323 h 440574"/>
              <a:gd name="connsiteX10" fmla="*/ 141317 w 681644"/>
              <a:gd name="connsiteY10" fmla="*/ 423949 h 440574"/>
              <a:gd name="connsiteX11" fmla="*/ 191193 w 681644"/>
              <a:gd name="connsiteY11" fmla="*/ 440574 h 440574"/>
              <a:gd name="connsiteX12" fmla="*/ 266008 w 681644"/>
              <a:gd name="connsiteY12" fmla="*/ 432261 h 440574"/>
              <a:gd name="connsiteX13" fmla="*/ 290946 w 681644"/>
              <a:gd name="connsiteY13" fmla="*/ 423949 h 440574"/>
              <a:gd name="connsiteX14" fmla="*/ 324197 w 681644"/>
              <a:gd name="connsiteY14" fmla="*/ 415636 h 440574"/>
              <a:gd name="connsiteX15" fmla="*/ 374073 w 681644"/>
              <a:gd name="connsiteY15" fmla="*/ 399010 h 440574"/>
              <a:gd name="connsiteX16" fmla="*/ 473826 w 681644"/>
              <a:gd name="connsiteY16" fmla="*/ 349134 h 440574"/>
              <a:gd name="connsiteX17" fmla="*/ 523702 w 681644"/>
              <a:gd name="connsiteY17" fmla="*/ 324196 h 440574"/>
              <a:gd name="connsiteX18" fmla="*/ 573578 w 681644"/>
              <a:gd name="connsiteY18" fmla="*/ 307570 h 440574"/>
              <a:gd name="connsiteX19" fmla="*/ 598517 w 681644"/>
              <a:gd name="connsiteY19" fmla="*/ 299258 h 440574"/>
              <a:gd name="connsiteX20" fmla="*/ 623455 w 681644"/>
              <a:gd name="connsiteY20" fmla="*/ 282632 h 440574"/>
              <a:gd name="connsiteX21" fmla="*/ 656706 w 681644"/>
              <a:gd name="connsiteY21" fmla="*/ 232756 h 440574"/>
              <a:gd name="connsiteX22" fmla="*/ 673331 w 681644"/>
              <a:gd name="connsiteY22" fmla="*/ 182880 h 440574"/>
              <a:gd name="connsiteX23" fmla="*/ 681644 w 681644"/>
              <a:gd name="connsiteY23" fmla="*/ 157941 h 440574"/>
              <a:gd name="connsiteX24" fmla="*/ 673331 w 681644"/>
              <a:gd name="connsiteY24" fmla="*/ 83127 h 440574"/>
              <a:gd name="connsiteX25" fmla="*/ 640080 w 681644"/>
              <a:gd name="connsiteY25" fmla="*/ 41563 h 440574"/>
              <a:gd name="connsiteX26" fmla="*/ 615142 w 681644"/>
              <a:gd name="connsiteY26" fmla="*/ 24938 h 440574"/>
              <a:gd name="connsiteX27" fmla="*/ 540328 w 681644"/>
              <a:gd name="connsiteY27" fmla="*/ 8312 h 440574"/>
              <a:gd name="connsiteX28" fmla="*/ 482138 w 681644"/>
              <a:gd name="connsiteY28" fmla="*/ 0 h 440574"/>
              <a:gd name="connsiteX29" fmla="*/ 274320 w 681644"/>
              <a:gd name="connsiteY29" fmla="*/ 8312 h 440574"/>
              <a:gd name="connsiteX30" fmla="*/ 249382 w 681644"/>
              <a:gd name="connsiteY30" fmla="*/ 24938 h 440574"/>
              <a:gd name="connsiteX31" fmla="*/ 224444 w 681644"/>
              <a:gd name="connsiteY31" fmla="*/ 33250 h 440574"/>
              <a:gd name="connsiteX32" fmla="*/ 182880 w 681644"/>
              <a:gd name="connsiteY32" fmla="*/ 58189 h 440574"/>
              <a:gd name="connsiteX33" fmla="*/ 166255 w 681644"/>
              <a:gd name="connsiteY33" fmla="*/ 83127 h 440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81644" h="440574">
                <a:moveTo>
                  <a:pt x="166255" y="83127"/>
                </a:moveTo>
                <a:cubicBezTo>
                  <a:pt x="153786" y="88669"/>
                  <a:pt x="127431" y="88461"/>
                  <a:pt x="108066" y="91440"/>
                </a:cubicBezTo>
                <a:cubicBezTo>
                  <a:pt x="91407" y="94003"/>
                  <a:pt x="73265" y="92214"/>
                  <a:pt x="58189" y="99752"/>
                </a:cubicBezTo>
                <a:cubicBezTo>
                  <a:pt x="44169" y="106762"/>
                  <a:pt x="24938" y="133003"/>
                  <a:pt x="24938" y="133003"/>
                </a:cubicBezTo>
                <a:lnTo>
                  <a:pt x="8313" y="182880"/>
                </a:lnTo>
                <a:lnTo>
                  <a:pt x="0" y="207818"/>
                </a:lnTo>
                <a:cubicBezTo>
                  <a:pt x="2286" y="223819"/>
                  <a:pt x="9725" y="300670"/>
                  <a:pt x="24938" y="315883"/>
                </a:cubicBezTo>
                <a:cubicBezTo>
                  <a:pt x="65082" y="356027"/>
                  <a:pt x="14069" y="307188"/>
                  <a:pt x="66502" y="349134"/>
                </a:cubicBezTo>
                <a:cubicBezTo>
                  <a:pt x="107636" y="382041"/>
                  <a:pt x="56546" y="347491"/>
                  <a:pt x="99753" y="390698"/>
                </a:cubicBezTo>
                <a:cubicBezTo>
                  <a:pt x="106817" y="397762"/>
                  <a:pt x="116890" y="401082"/>
                  <a:pt x="124691" y="407323"/>
                </a:cubicBezTo>
                <a:cubicBezTo>
                  <a:pt x="130811" y="412219"/>
                  <a:pt x="134307" y="420444"/>
                  <a:pt x="141317" y="423949"/>
                </a:cubicBezTo>
                <a:cubicBezTo>
                  <a:pt x="156991" y="431786"/>
                  <a:pt x="191193" y="440574"/>
                  <a:pt x="191193" y="440574"/>
                </a:cubicBezTo>
                <a:cubicBezTo>
                  <a:pt x="216131" y="437803"/>
                  <a:pt x="241258" y="436386"/>
                  <a:pt x="266008" y="432261"/>
                </a:cubicBezTo>
                <a:cubicBezTo>
                  <a:pt x="274651" y="430821"/>
                  <a:pt x="282521" y="426356"/>
                  <a:pt x="290946" y="423949"/>
                </a:cubicBezTo>
                <a:cubicBezTo>
                  <a:pt x="301931" y="420810"/>
                  <a:pt x="313254" y="418919"/>
                  <a:pt x="324197" y="415636"/>
                </a:cubicBezTo>
                <a:cubicBezTo>
                  <a:pt x="340983" y="410600"/>
                  <a:pt x="359491" y="408731"/>
                  <a:pt x="374073" y="399010"/>
                </a:cubicBezTo>
                <a:cubicBezTo>
                  <a:pt x="438531" y="356039"/>
                  <a:pt x="404993" y="372079"/>
                  <a:pt x="473826" y="349134"/>
                </a:cubicBezTo>
                <a:cubicBezTo>
                  <a:pt x="564772" y="318818"/>
                  <a:pt x="427020" y="367166"/>
                  <a:pt x="523702" y="324196"/>
                </a:cubicBezTo>
                <a:cubicBezTo>
                  <a:pt x="539716" y="317078"/>
                  <a:pt x="556953" y="313112"/>
                  <a:pt x="573578" y="307570"/>
                </a:cubicBezTo>
                <a:lnTo>
                  <a:pt x="598517" y="299258"/>
                </a:lnTo>
                <a:cubicBezTo>
                  <a:pt x="606830" y="293716"/>
                  <a:pt x="616876" y="290151"/>
                  <a:pt x="623455" y="282632"/>
                </a:cubicBezTo>
                <a:cubicBezTo>
                  <a:pt x="636613" y="267595"/>
                  <a:pt x="656706" y="232756"/>
                  <a:pt x="656706" y="232756"/>
                </a:cubicBezTo>
                <a:lnTo>
                  <a:pt x="673331" y="182880"/>
                </a:lnTo>
                <a:lnTo>
                  <a:pt x="681644" y="157941"/>
                </a:lnTo>
                <a:cubicBezTo>
                  <a:pt x="678873" y="133003"/>
                  <a:pt x="679417" y="107469"/>
                  <a:pt x="673331" y="83127"/>
                </a:cubicBezTo>
                <a:cubicBezTo>
                  <a:pt x="670630" y="72325"/>
                  <a:pt x="649436" y="49048"/>
                  <a:pt x="640080" y="41563"/>
                </a:cubicBezTo>
                <a:cubicBezTo>
                  <a:pt x="632279" y="35322"/>
                  <a:pt x="624078" y="29406"/>
                  <a:pt x="615142" y="24938"/>
                </a:cubicBezTo>
                <a:cubicBezTo>
                  <a:pt x="595046" y="14890"/>
                  <a:pt x="558776" y="11150"/>
                  <a:pt x="540328" y="8312"/>
                </a:cubicBezTo>
                <a:cubicBezTo>
                  <a:pt x="520962" y="5333"/>
                  <a:pt x="501535" y="2771"/>
                  <a:pt x="482138" y="0"/>
                </a:cubicBezTo>
                <a:cubicBezTo>
                  <a:pt x="412865" y="2771"/>
                  <a:pt x="343254" y="926"/>
                  <a:pt x="274320" y="8312"/>
                </a:cubicBezTo>
                <a:cubicBezTo>
                  <a:pt x="264386" y="9376"/>
                  <a:pt x="258318" y="20470"/>
                  <a:pt x="249382" y="24938"/>
                </a:cubicBezTo>
                <a:cubicBezTo>
                  <a:pt x="241545" y="28857"/>
                  <a:pt x="232757" y="30479"/>
                  <a:pt x="224444" y="33250"/>
                </a:cubicBezTo>
                <a:cubicBezTo>
                  <a:pt x="203553" y="54141"/>
                  <a:pt x="213094" y="49557"/>
                  <a:pt x="182880" y="58189"/>
                </a:cubicBezTo>
                <a:cubicBezTo>
                  <a:pt x="171895" y="61328"/>
                  <a:pt x="178724" y="77585"/>
                  <a:pt x="166255" y="83127"/>
                </a:cubicBez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1BC18-33BF-991D-894C-6506D57AD5E7}"/>
              </a:ext>
            </a:extLst>
          </p:cNvPr>
          <p:cNvSpPr txBox="1"/>
          <p:nvPr/>
        </p:nvSpPr>
        <p:spPr>
          <a:xfrm>
            <a:off x="2689889" y="266481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gnrh1+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3EE3E4F-31ED-B896-41F1-78927F3202FA}"/>
              </a:ext>
            </a:extLst>
          </p:cNvPr>
          <p:cNvSpPr/>
          <p:nvPr/>
        </p:nvSpPr>
        <p:spPr>
          <a:xfrm>
            <a:off x="3806949" y="3183775"/>
            <a:ext cx="1040479" cy="548640"/>
          </a:xfrm>
          <a:custGeom>
            <a:avLst/>
            <a:gdLst>
              <a:gd name="connsiteX0" fmla="*/ 1031058 w 1040479"/>
              <a:gd name="connsiteY0" fmla="*/ 199505 h 548640"/>
              <a:gd name="connsiteX1" fmla="*/ 939618 w 1040479"/>
              <a:gd name="connsiteY1" fmla="*/ 99752 h 548640"/>
              <a:gd name="connsiteX2" fmla="*/ 914680 w 1040479"/>
              <a:gd name="connsiteY2" fmla="*/ 91440 h 548640"/>
              <a:gd name="connsiteX3" fmla="*/ 873116 w 1040479"/>
              <a:gd name="connsiteY3" fmla="*/ 58189 h 548640"/>
              <a:gd name="connsiteX4" fmla="*/ 856491 w 1040479"/>
              <a:gd name="connsiteY4" fmla="*/ 41563 h 548640"/>
              <a:gd name="connsiteX5" fmla="*/ 831553 w 1040479"/>
              <a:gd name="connsiteY5" fmla="*/ 33250 h 548640"/>
              <a:gd name="connsiteX6" fmla="*/ 781676 w 1040479"/>
              <a:gd name="connsiteY6" fmla="*/ 8312 h 548640"/>
              <a:gd name="connsiteX7" fmla="*/ 723487 w 1040479"/>
              <a:gd name="connsiteY7" fmla="*/ 0 h 548640"/>
              <a:gd name="connsiteX8" fmla="*/ 590484 w 1040479"/>
              <a:gd name="connsiteY8" fmla="*/ 8312 h 548640"/>
              <a:gd name="connsiteX9" fmla="*/ 515669 w 1040479"/>
              <a:gd name="connsiteY9" fmla="*/ 24938 h 548640"/>
              <a:gd name="connsiteX10" fmla="*/ 482418 w 1040479"/>
              <a:gd name="connsiteY10" fmla="*/ 33250 h 548640"/>
              <a:gd name="connsiteX11" fmla="*/ 407604 w 1040479"/>
              <a:gd name="connsiteY11" fmla="*/ 58189 h 548640"/>
              <a:gd name="connsiteX12" fmla="*/ 382666 w 1040479"/>
              <a:gd name="connsiteY12" fmla="*/ 66501 h 548640"/>
              <a:gd name="connsiteX13" fmla="*/ 357727 w 1040479"/>
              <a:gd name="connsiteY13" fmla="*/ 74814 h 548640"/>
              <a:gd name="connsiteX14" fmla="*/ 316164 w 1040479"/>
              <a:gd name="connsiteY14" fmla="*/ 108065 h 548640"/>
              <a:gd name="connsiteX15" fmla="*/ 233036 w 1040479"/>
              <a:gd name="connsiteY15" fmla="*/ 174567 h 548640"/>
              <a:gd name="connsiteX16" fmla="*/ 183160 w 1040479"/>
              <a:gd name="connsiteY16" fmla="*/ 191192 h 548640"/>
              <a:gd name="connsiteX17" fmla="*/ 158222 w 1040479"/>
              <a:gd name="connsiteY17" fmla="*/ 199505 h 548640"/>
              <a:gd name="connsiteX18" fmla="*/ 133284 w 1040479"/>
              <a:gd name="connsiteY18" fmla="*/ 216130 h 548640"/>
              <a:gd name="connsiteX19" fmla="*/ 75095 w 1040479"/>
              <a:gd name="connsiteY19" fmla="*/ 232756 h 548640"/>
              <a:gd name="connsiteX20" fmla="*/ 50156 w 1040479"/>
              <a:gd name="connsiteY20" fmla="*/ 241069 h 548640"/>
              <a:gd name="connsiteX21" fmla="*/ 280 w 1040479"/>
              <a:gd name="connsiteY21" fmla="*/ 290945 h 548640"/>
              <a:gd name="connsiteX22" fmla="*/ 16906 w 1040479"/>
              <a:gd name="connsiteY22" fmla="*/ 365760 h 548640"/>
              <a:gd name="connsiteX23" fmla="*/ 33531 w 1040479"/>
              <a:gd name="connsiteY23" fmla="*/ 390698 h 548640"/>
              <a:gd name="connsiteX24" fmla="*/ 41844 w 1040479"/>
              <a:gd name="connsiteY24" fmla="*/ 415636 h 548640"/>
              <a:gd name="connsiteX25" fmla="*/ 116658 w 1040479"/>
              <a:gd name="connsiteY25" fmla="*/ 498763 h 548640"/>
              <a:gd name="connsiteX26" fmla="*/ 141596 w 1040479"/>
              <a:gd name="connsiteY26" fmla="*/ 507076 h 548640"/>
              <a:gd name="connsiteX27" fmla="*/ 208098 w 1040479"/>
              <a:gd name="connsiteY27" fmla="*/ 540327 h 548640"/>
              <a:gd name="connsiteX28" fmla="*/ 233036 w 1040479"/>
              <a:gd name="connsiteY28" fmla="*/ 548640 h 548640"/>
              <a:gd name="connsiteX29" fmla="*/ 291226 w 1040479"/>
              <a:gd name="connsiteY29" fmla="*/ 540327 h 548640"/>
              <a:gd name="connsiteX30" fmla="*/ 341102 w 1040479"/>
              <a:gd name="connsiteY30" fmla="*/ 515389 h 548640"/>
              <a:gd name="connsiteX31" fmla="*/ 390978 w 1040479"/>
              <a:gd name="connsiteY31" fmla="*/ 498763 h 548640"/>
              <a:gd name="connsiteX32" fmla="*/ 415916 w 1040479"/>
              <a:gd name="connsiteY32" fmla="*/ 490450 h 548640"/>
              <a:gd name="connsiteX33" fmla="*/ 482418 w 1040479"/>
              <a:gd name="connsiteY33" fmla="*/ 473825 h 548640"/>
              <a:gd name="connsiteX34" fmla="*/ 557233 w 1040479"/>
              <a:gd name="connsiteY34" fmla="*/ 448887 h 548640"/>
              <a:gd name="connsiteX35" fmla="*/ 607109 w 1040479"/>
              <a:gd name="connsiteY35" fmla="*/ 423949 h 548640"/>
              <a:gd name="connsiteX36" fmla="*/ 656986 w 1040479"/>
              <a:gd name="connsiteY36" fmla="*/ 407323 h 548640"/>
              <a:gd name="connsiteX37" fmla="*/ 681924 w 1040479"/>
              <a:gd name="connsiteY37" fmla="*/ 399010 h 548640"/>
              <a:gd name="connsiteX38" fmla="*/ 706862 w 1040479"/>
              <a:gd name="connsiteY38" fmla="*/ 390698 h 548640"/>
              <a:gd name="connsiteX39" fmla="*/ 731800 w 1040479"/>
              <a:gd name="connsiteY39" fmla="*/ 374072 h 548640"/>
              <a:gd name="connsiteX40" fmla="*/ 756738 w 1040479"/>
              <a:gd name="connsiteY40" fmla="*/ 365760 h 548640"/>
              <a:gd name="connsiteX41" fmla="*/ 823240 w 1040479"/>
              <a:gd name="connsiteY41" fmla="*/ 332509 h 548640"/>
              <a:gd name="connsiteX42" fmla="*/ 906367 w 1040479"/>
              <a:gd name="connsiteY42" fmla="*/ 324196 h 548640"/>
              <a:gd name="connsiteX43" fmla="*/ 931306 w 1040479"/>
              <a:gd name="connsiteY43" fmla="*/ 315883 h 548640"/>
              <a:gd name="connsiteX44" fmla="*/ 956244 w 1040479"/>
              <a:gd name="connsiteY44" fmla="*/ 299258 h 548640"/>
              <a:gd name="connsiteX45" fmla="*/ 1006120 w 1040479"/>
              <a:gd name="connsiteY45" fmla="*/ 282632 h 548640"/>
              <a:gd name="connsiteX46" fmla="*/ 1031058 w 1040479"/>
              <a:gd name="connsiteY46" fmla="*/ 199505 h 548640"/>
              <a:gd name="connsiteX47" fmla="*/ 1031058 w 1040479"/>
              <a:gd name="connsiteY47" fmla="*/ 199505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040479" h="548640">
                <a:moveTo>
                  <a:pt x="1031058" y="199505"/>
                </a:moveTo>
                <a:cubicBezTo>
                  <a:pt x="1030626" y="199001"/>
                  <a:pt x="951544" y="103727"/>
                  <a:pt x="939618" y="99752"/>
                </a:cubicBezTo>
                <a:lnTo>
                  <a:pt x="914680" y="91440"/>
                </a:lnTo>
                <a:cubicBezTo>
                  <a:pt x="874539" y="51296"/>
                  <a:pt x="925548" y="100135"/>
                  <a:pt x="873116" y="58189"/>
                </a:cubicBezTo>
                <a:cubicBezTo>
                  <a:pt x="866996" y="53293"/>
                  <a:pt x="863211" y="45595"/>
                  <a:pt x="856491" y="41563"/>
                </a:cubicBezTo>
                <a:cubicBezTo>
                  <a:pt x="848977" y="37055"/>
                  <a:pt x="839390" y="37169"/>
                  <a:pt x="831553" y="33250"/>
                </a:cubicBezTo>
                <a:cubicBezTo>
                  <a:pt x="798861" y="16904"/>
                  <a:pt x="816499" y="15276"/>
                  <a:pt x="781676" y="8312"/>
                </a:cubicBezTo>
                <a:cubicBezTo>
                  <a:pt x="762463" y="4470"/>
                  <a:pt x="742883" y="2771"/>
                  <a:pt x="723487" y="0"/>
                </a:cubicBezTo>
                <a:cubicBezTo>
                  <a:pt x="679153" y="2771"/>
                  <a:pt x="634722" y="4290"/>
                  <a:pt x="590484" y="8312"/>
                </a:cubicBezTo>
                <a:cubicBezTo>
                  <a:pt x="535471" y="13313"/>
                  <a:pt x="554774" y="13765"/>
                  <a:pt x="515669" y="24938"/>
                </a:cubicBezTo>
                <a:cubicBezTo>
                  <a:pt x="504684" y="28077"/>
                  <a:pt x="493361" y="29967"/>
                  <a:pt x="482418" y="33250"/>
                </a:cubicBezTo>
                <a:lnTo>
                  <a:pt x="407604" y="58189"/>
                </a:lnTo>
                <a:lnTo>
                  <a:pt x="382666" y="66501"/>
                </a:lnTo>
                <a:lnTo>
                  <a:pt x="357727" y="74814"/>
                </a:lnTo>
                <a:cubicBezTo>
                  <a:pt x="301146" y="131398"/>
                  <a:pt x="389551" y="45162"/>
                  <a:pt x="316164" y="108065"/>
                </a:cubicBezTo>
                <a:cubicBezTo>
                  <a:pt x="287271" y="132830"/>
                  <a:pt x="272389" y="161450"/>
                  <a:pt x="233036" y="174567"/>
                </a:cubicBezTo>
                <a:lnTo>
                  <a:pt x="183160" y="191192"/>
                </a:lnTo>
                <a:cubicBezTo>
                  <a:pt x="174847" y="193963"/>
                  <a:pt x="165513" y="194645"/>
                  <a:pt x="158222" y="199505"/>
                </a:cubicBezTo>
                <a:cubicBezTo>
                  <a:pt x="149909" y="205047"/>
                  <a:pt x="142220" y="211662"/>
                  <a:pt x="133284" y="216130"/>
                </a:cubicBezTo>
                <a:cubicBezTo>
                  <a:pt x="119995" y="222774"/>
                  <a:pt x="87526" y="229204"/>
                  <a:pt x="75095" y="232756"/>
                </a:cubicBezTo>
                <a:cubicBezTo>
                  <a:pt x="66669" y="235163"/>
                  <a:pt x="58469" y="238298"/>
                  <a:pt x="50156" y="241069"/>
                </a:cubicBezTo>
                <a:cubicBezTo>
                  <a:pt x="33531" y="257694"/>
                  <a:pt x="-3585" y="267753"/>
                  <a:pt x="280" y="290945"/>
                </a:cubicBezTo>
                <a:cubicBezTo>
                  <a:pt x="3473" y="310102"/>
                  <a:pt x="6674" y="345295"/>
                  <a:pt x="16906" y="365760"/>
                </a:cubicBezTo>
                <a:cubicBezTo>
                  <a:pt x="21374" y="374696"/>
                  <a:pt x="29063" y="381762"/>
                  <a:pt x="33531" y="390698"/>
                </a:cubicBezTo>
                <a:cubicBezTo>
                  <a:pt x="37450" y="398535"/>
                  <a:pt x="37589" y="407976"/>
                  <a:pt x="41844" y="415636"/>
                </a:cubicBezTo>
                <a:cubicBezTo>
                  <a:pt x="60168" y="448618"/>
                  <a:pt x="81884" y="481376"/>
                  <a:pt x="116658" y="498763"/>
                </a:cubicBezTo>
                <a:cubicBezTo>
                  <a:pt x="124495" y="502682"/>
                  <a:pt x="133283" y="504305"/>
                  <a:pt x="141596" y="507076"/>
                </a:cubicBezTo>
                <a:cubicBezTo>
                  <a:pt x="170614" y="536092"/>
                  <a:pt x="150787" y="521223"/>
                  <a:pt x="208098" y="540327"/>
                </a:cubicBezTo>
                <a:lnTo>
                  <a:pt x="233036" y="548640"/>
                </a:lnTo>
                <a:cubicBezTo>
                  <a:pt x="252433" y="545869"/>
                  <a:pt x="272013" y="544170"/>
                  <a:pt x="291226" y="540327"/>
                </a:cubicBezTo>
                <a:cubicBezTo>
                  <a:pt x="332563" y="532059"/>
                  <a:pt x="300982" y="533221"/>
                  <a:pt x="341102" y="515389"/>
                </a:cubicBezTo>
                <a:cubicBezTo>
                  <a:pt x="357116" y="508271"/>
                  <a:pt x="374353" y="504305"/>
                  <a:pt x="390978" y="498763"/>
                </a:cubicBezTo>
                <a:cubicBezTo>
                  <a:pt x="399291" y="495992"/>
                  <a:pt x="407415" y="492575"/>
                  <a:pt x="415916" y="490450"/>
                </a:cubicBezTo>
                <a:cubicBezTo>
                  <a:pt x="438083" y="484908"/>
                  <a:pt x="460741" y="481050"/>
                  <a:pt x="482418" y="473825"/>
                </a:cubicBezTo>
                <a:lnTo>
                  <a:pt x="557233" y="448887"/>
                </a:lnTo>
                <a:cubicBezTo>
                  <a:pt x="648187" y="418568"/>
                  <a:pt x="510418" y="466923"/>
                  <a:pt x="607109" y="423949"/>
                </a:cubicBezTo>
                <a:cubicBezTo>
                  <a:pt x="623124" y="416831"/>
                  <a:pt x="640360" y="412865"/>
                  <a:pt x="656986" y="407323"/>
                </a:cubicBezTo>
                <a:lnTo>
                  <a:pt x="681924" y="399010"/>
                </a:lnTo>
                <a:lnTo>
                  <a:pt x="706862" y="390698"/>
                </a:lnTo>
                <a:cubicBezTo>
                  <a:pt x="715175" y="385156"/>
                  <a:pt x="722864" y="378540"/>
                  <a:pt x="731800" y="374072"/>
                </a:cubicBezTo>
                <a:cubicBezTo>
                  <a:pt x="739637" y="370153"/>
                  <a:pt x="749224" y="370268"/>
                  <a:pt x="756738" y="365760"/>
                </a:cubicBezTo>
                <a:cubicBezTo>
                  <a:pt x="797010" y="341597"/>
                  <a:pt x="740764" y="340757"/>
                  <a:pt x="823240" y="332509"/>
                </a:cubicBezTo>
                <a:lnTo>
                  <a:pt x="906367" y="324196"/>
                </a:lnTo>
                <a:cubicBezTo>
                  <a:pt x="914680" y="321425"/>
                  <a:pt x="923468" y="319802"/>
                  <a:pt x="931306" y="315883"/>
                </a:cubicBezTo>
                <a:cubicBezTo>
                  <a:pt x="940242" y="311415"/>
                  <a:pt x="947115" y="303316"/>
                  <a:pt x="956244" y="299258"/>
                </a:cubicBezTo>
                <a:cubicBezTo>
                  <a:pt x="972258" y="292140"/>
                  <a:pt x="1006120" y="282632"/>
                  <a:pt x="1006120" y="282632"/>
                </a:cubicBezTo>
                <a:cubicBezTo>
                  <a:pt x="1024049" y="255739"/>
                  <a:pt x="1056602" y="233564"/>
                  <a:pt x="1031058" y="199505"/>
                </a:cubicBezTo>
                <a:lnTo>
                  <a:pt x="1031058" y="199505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DAF69-D038-C975-924B-835D54E6EF3B}"/>
              </a:ext>
            </a:extLst>
          </p:cNvPr>
          <p:cNvSpPr txBox="1"/>
          <p:nvPr/>
        </p:nvSpPr>
        <p:spPr>
          <a:xfrm>
            <a:off x="3946219" y="3654029"/>
            <a:ext cx="12703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Steroid </a:t>
            </a:r>
          </a:p>
          <a:p>
            <a:r>
              <a:rPr lang="en-US" b="1" dirty="0"/>
              <a:t>Receptor+</a:t>
            </a:r>
          </a:p>
          <a:p>
            <a:r>
              <a:rPr lang="en-US" b="1" dirty="0"/>
              <a:t>drd3+</a:t>
            </a:r>
          </a:p>
          <a:p>
            <a:r>
              <a:rPr lang="en-US" b="1" dirty="0"/>
              <a:t>tacr3a+</a:t>
            </a:r>
          </a:p>
        </p:txBody>
      </p:sp>
    </p:spTree>
    <p:extLst>
      <p:ext uri="{BB962C8B-B14F-4D97-AF65-F5344CB8AC3E}">
        <p14:creationId xmlns:p14="http://schemas.microsoft.com/office/powerpoint/2010/main" val="259763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colorful squares and dots&#10;&#10;AI-generated content may be incorrect.">
            <a:extLst>
              <a:ext uri="{FF2B5EF4-FFF2-40B4-BE49-F238E27FC236}">
                <a16:creationId xmlns:a16="http://schemas.microsoft.com/office/drawing/2014/main" id="{A7918809-00E3-0742-16D9-A3D25D84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275" y="1679170"/>
            <a:ext cx="5178829" cy="5178829"/>
          </a:xfrm>
          <a:prstGeom prst="rect">
            <a:avLst/>
          </a:prstGeom>
        </p:spPr>
      </p:pic>
      <p:pic>
        <p:nvPicPr>
          <p:cNvPr id="6" name="Picture 5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86407A0D-744A-7133-F05C-DFC7005CE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42" y="1591885"/>
            <a:ext cx="5012575" cy="5012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D43D78-6A3A-F188-6CFC-FB6819180B27}"/>
              </a:ext>
            </a:extLst>
          </p:cNvPr>
          <p:cNvSpPr txBox="1"/>
          <p:nvPr/>
        </p:nvSpPr>
        <p:spPr>
          <a:xfrm>
            <a:off x="498764" y="382385"/>
            <a:ext cx="585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personal opinion is the ones with M I F only look better</a:t>
            </a:r>
          </a:p>
        </p:txBody>
      </p:sp>
    </p:spTree>
    <p:extLst>
      <p:ext uri="{BB962C8B-B14F-4D97-AF65-F5344CB8AC3E}">
        <p14:creationId xmlns:p14="http://schemas.microsoft.com/office/powerpoint/2010/main" val="159717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FB2AB560-2545-458F-02EC-02107C8B5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411"/>
            <a:ext cx="5544589" cy="5544589"/>
          </a:xfrm>
          <a:prstGeom prst="rect">
            <a:avLst/>
          </a:prstGeom>
        </p:spPr>
      </p:pic>
      <p:pic>
        <p:nvPicPr>
          <p:cNvPr id="5" name="Picture 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965731A7-E2EB-8D61-D297-69CC4313B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27" y="1147156"/>
            <a:ext cx="5710844" cy="571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6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ata with different colored squares&#10;&#10;AI-generated content may be incorrect.">
            <a:extLst>
              <a:ext uri="{FF2B5EF4-FFF2-40B4-BE49-F238E27FC236}">
                <a16:creationId xmlns:a16="http://schemas.microsoft.com/office/drawing/2014/main" id="{F17D0AC4-ED58-BC27-035F-A46E652E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739"/>
            <a:ext cx="5385261" cy="5385261"/>
          </a:xfrm>
          <a:prstGeom prst="rect">
            <a:avLst/>
          </a:prstGeom>
        </p:spPr>
      </p:pic>
      <p:pic>
        <p:nvPicPr>
          <p:cNvPr id="8" name="Picture 7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D2077ABF-AC21-5D89-708A-46561652A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0976"/>
            <a:ext cx="5807024" cy="58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16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A66E3A41-EEE1-D7DF-D836-F73631D47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658"/>
            <a:ext cx="5644342" cy="5644342"/>
          </a:xfrm>
          <a:prstGeom prst="rect">
            <a:avLst/>
          </a:prstGeom>
        </p:spPr>
      </p:pic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885E4BE8-8EA5-26D7-DAA1-5AA998FE8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91" y="1435331"/>
            <a:ext cx="5422669" cy="542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9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FA42E9A5-97A2-7A33-FA3D-E9F41A657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924"/>
            <a:ext cx="5079076" cy="5079076"/>
          </a:xfrm>
          <a:prstGeom prst="rect">
            <a:avLst/>
          </a:prstGeom>
        </p:spPr>
      </p:pic>
      <p:pic>
        <p:nvPicPr>
          <p:cNvPr id="5" name="Picture 4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43D61516-0F05-F7C2-4276-712F63BD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78924"/>
            <a:ext cx="5079076" cy="50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27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E5F72FE-A05F-2E60-4420-94BF2A32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0" y="1978429"/>
            <a:ext cx="4879571" cy="4879571"/>
          </a:xfrm>
          <a:prstGeom prst="rect">
            <a:avLst/>
          </a:prstGeom>
        </p:spPr>
      </p:pic>
      <p:pic>
        <p:nvPicPr>
          <p:cNvPr id="9" name="Picture 8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16B7E416-26AE-6288-8531-DC84B2EF3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3" y="1346662"/>
            <a:ext cx="5511338" cy="551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81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75838593-8FE5-BD02-F49F-D0ECE4ACCE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03"/>
          <a:stretch>
            <a:fillRect/>
          </a:stretch>
        </p:blipFill>
        <p:spPr>
          <a:xfrm>
            <a:off x="7022869" y="1978429"/>
            <a:ext cx="4879571" cy="4572001"/>
          </a:xfrm>
          <a:prstGeom prst="rect">
            <a:avLst/>
          </a:prstGeom>
        </p:spPr>
      </p:pic>
      <p:pic>
        <p:nvPicPr>
          <p:cNvPr id="13" name="Picture 12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497F0669-EDF6-EE02-7E1E-FFC7F9A6D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94"/>
          <a:stretch>
            <a:fillRect/>
          </a:stretch>
        </p:blipFill>
        <p:spPr>
          <a:xfrm>
            <a:off x="505691" y="1810790"/>
            <a:ext cx="5047211" cy="47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23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C17D28-F90F-2E4F-67C1-2E4B4316B83F}"/>
              </a:ext>
            </a:extLst>
          </p:cNvPr>
          <p:cNvSpPr txBox="1"/>
          <p:nvPr/>
        </p:nvSpPr>
        <p:spPr>
          <a:xfrm>
            <a:off x="448887" y="482138"/>
            <a:ext cx="1888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Proportion Drd3+</a:t>
            </a:r>
          </a:p>
          <a:p>
            <a:endParaRPr lang="en-US" dirty="0"/>
          </a:p>
        </p:txBody>
      </p:sp>
      <p:pic>
        <p:nvPicPr>
          <p:cNvPr id="6" name="Picture 5" descr="A diagram of a number of data&#10;&#10;AI-generated content may be incorrect.">
            <a:extLst>
              <a:ext uri="{FF2B5EF4-FFF2-40B4-BE49-F238E27FC236}">
                <a16:creationId xmlns:a16="http://schemas.microsoft.com/office/drawing/2014/main" id="{51C2AC22-3BA0-FFE9-8A17-CC84854A4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87" y="2360815"/>
            <a:ext cx="4497185" cy="4497185"/>
          </a:xfrm>
          <a:prstGeom prst="rect">
            <a:avLst/>
          </a:prstGeom>
        </p:spPr>
      </p:pic>
      <p:pic>
        <p:nvPicPr>
          <p:cNvPr id="10" name="Picture 9" descr="A graph with colored squares and dots&#10;&#10;AI-generated content may be incorrect.">
            <a:extLst>
              <a:ext uri="{FF2B5EF4-FFF2-40B4-BE49-F238E27FC236}">
                <a16:creationId xmlns:a16="http://schemas.microsoft.com/office/drawing/2014/main" id="{5DC4A89E-E6E7-1DC3-85CF-22D1509D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30" y="1330036"/>
            <a:ext cx="5527964" cy="552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03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470C0A-8A57-58B7-5B43-6A36A6C02E4A}"/>
              </a:ext>
            </a:extLst>
          </p:cNvPr>
          <p:cNvSpPr txBox="1"/>
          <p:nvPr/>
        </p:nvSpPr>
        <p:spPr>
          <a:xfrm>
            <a:off x="315884" y="465513"/>
            <a:ext cx="2622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Proportion of cells in 6_3</a:t>
            </a:r>
          </a:p>
        </p:txBody>
      </p:sp>
      <p:pic>
        <p:nvPicPr>
          <p:cNvPr id="6" name="Picture 5" descr="A diagram of a number of clusters&#10;&#10;AI-generated content may be incorrect.">
            <a:extLst>
              <a:ext uri="{FF2B5EF4-FFF2-40B4-BE49-F238E27FC236}">
                <a16:creationId xmlns:a16="http://schemas.microsoft.com/office/drawing/2014/main" id="{D1B4CB50-BABD-3B7F-3D8E-38ABAF73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00" y="1479664"/>
            <a:ext cx="5378336" cy="5378336"/>
          </a:xfrm>
          <a:prstGeom prst="rect">
            <a:avLst/>
          </a:prstGeom>
        </p:spPr>
      </p:pic>
      <p:pic>
        <p:nvPicPr>
          <p:cNvPr id="8" name="Picture 7" descr="A graph showing a number of clusters&#10;&#10;AI-generated content may be incorrect.">
            <a:extLst>
              <a:ext uri="{FF2B5EF4-FFF2-40B4-BE49-F238E27FC236}">
                <a16:creationId xmlns:a16="http://schemas.microsoft.com/office/drawing/2014/main" id="{459E3509-EEF3-2EE9-70E1-1687ACA7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440" y="746760"/>
            <a:ext cx="611124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02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37</Words>
  <Application>Microsoft Macintosh PowerPoint</Application>
  <PresentationFormat>Widescreen</PresentationFormat>
  <Paragraphs>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Gabe</dc:creator>
  <cp:lastModifiedBy>Graham, Gabe</cp:lastModifiedBy>
  <cp:revision>4</cp:revision>
  <dcterms:created xsi:type="dcterms:W3CDTF">2025-08-28T14:31:14Z</dcterms:created>
  <dcterms:modified xsi:type="dcterms:W3CDTF">2025-09-02T17:56:34Z</dcterms:modified>
</cp:coreProperties>
</file>